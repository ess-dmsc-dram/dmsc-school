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62" r:id="rId2"/>
    <p:sldId id="267" r:id="rId3"/>
    <p:sldId id="4390" r:id="rId4"/>
    <p:sldId id="4452" r:id="rId5"/>
    <p:sldId id="4451" r:id="rId6"/>
    <p:sldId id="4468" r:id="rId7"/>
    <p:sldId id="4453" r:id="rId8"/>
    <p:sldId id="4454" r:id="rId9"/>
    <p:sldId id="4469" r:id="rId10"/>
    <p:sldId id="4470" r:id="rId11"/>
    <p:sldId id="4471" r:id="rId12"/>
    <p:sldId id="4472" r:id="rId13"/>
    <p:sldId id="4473" r:id="rId14"/>
    <p:sldId id="4474" r:id="rId15"/>
    <p:sldId id="4475" r:id="rId16"/>
    <p:sldId id="4476" r:id="rId17"/>
    <p:sldId id="4460" r:id="rId18"/>
    <p:sldId id="4461" r:id="rId19"/>
    <p:sldId id="4462" r:id="rId20"/>
    <p:sldId id="4463" r:id="rId21"/>
    <p:sldId id="4442" r:id="rId22"/>
    <p:sldId id="4480" r:id="rId23"/>
    <p:sldId id="4478" r:id="rId24"/>
    <p:sldId id="4464" r:id="rId25"/>
    <p:sldId id="4465" r:id="rId26"/>
    <p:sldId id="4466" r:id="rId27"/>
    <p:sldId id="4467" r:id="rId28"/>
    <p:sldId id="4481" r:id="rId2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DC"/>
    <a:srgbClr val="88AA67"/>
    <a:srgbClr val="666666"/>
    <a:srgbClr val="DFEDF9"/>
    <a:srgbClr val="BBDAF3"/>
    <a:srgbClr val="71B2E7"/>
    <a:srgbClr val="00A3E4"/>
    <a:srgbClr val="01A3E4"/>
    <a:srgbClr val="006A9A"/>
    <a:srgbClr val="007C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10F526-E6C3-459D-A09F-CF16D57E9562}" v="538" dt="2025-08-28T11:27:16.3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2524" autoAdjust="0"/>
  </p:normalViewPr>
  <p:slideViewPr>
    <p:cSldViewPr snapToGrid="0" snapToObjects="1">
      <p:cViewPr varScale="1">
        <p:scale>
          <a:sx n="86" d="100"/>
          <a:sy n="86" d="100"/>
        </p:scale>
        <p:origin x="614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Vedel" userId="cc5c338a-d97b-4c4d-8dd9-e649f3771915" providerId="ADAL" clId="{C54237BF-000D-4C4D-8BF3-C8E3A2E887E5}"/>
    <pc:docChg chg="undo custSel addSld delSld modSld">
      <pc:chgData name="Christian Vedel" userId="cc5c338a-d97b-4c4d-8dd9-e649f3771915" providerId="ADAL" clId="{C54237BF-000D-4C4D-8BF3-C8E3A2E887E5}" dt="2025-08-28T13:18:31.353" v="373" actId="20577"/>
      <pc:docMkLst>
        <pc:docMk/>
      </pc:docMkLst>
      <pc:sldChg chg="addSp delSp modSp mod">
        <pc:chgData name="Christian Vedel" userId="cc5c338a-d97b-4c4d-8dd9-e649f3771915" providerId="ADAL" clId="{C54237BF-000D-4C4D-8BF3-C8E3A2E887E5}" dt="2025-08-28T07:16:37.716" v="55"/>
        <pc:sldMkLst>
          <pc:docMk/>
          <pc:sldMk cId="653523845" sldId="4442"/>
        </pc:sldMkLst>
        <pc:spChg chg="mod">
          <ac:chgData name="Christian Vedel" userId="cc5c338a-d97b-4c4d-8dd9-e649f3771915" providerId="ADAL" clId="{C54237BF-000D-4C4D-8BF3-C8E3A2E887E5}" dt="2025-08-28T07:15:03.107" v="47" actId="14100"/>
          <ac:spMkLst>
            <pc:docMk/>
            <pc:sldMk cId="653523845" sldId="4442"/>
            <ac:spMk id="2" creationId="{ABC33996-7CCA-4466-AFDD-AF981E8602B7}"/>
          </ac:spMkLst>
        </pc:spChg>
        <pc:spChg chg="del">
          <ac:chgData name="Christian Vedel" userId="cc5c338a-d97b-4c4d-8dd9-e649f3771915" providerId="ADAL" clId="{C54237BF-000D-4C4D-8BF3-C8E3A2E887E5}" dt="2025-08-28T07:15:15.506" v="50" actId="478"/>
          <ac:spMkLst>
            <pc:docMk/>
            <pc:sldMk cId="653523845" sldId="4442"/>
            <ac:spMk id="5" creationId="{0D052109-D3DE-4D1D-B510-48B50A6F6E81}"/>
          </ac:spMkLst>
        </pc:spChg>
        <pc:spChg chg="add del mod">
          <ac:chgData name="Christian Vedel" userId="cc5c338a-d97b-4c4d-8dd9-e649f3771915" providerId="ADAL" clId="{C54237BF-000D-4C4D-8BF3-C8E3A2E887E5}" dt="2025-08-28T07:15:17.911" v="51" actId="478"/>
          <ac:spMkLst>
            <pc:docMk/>
            <pc:sldMk cId="653523845" sldId="4442"/>
            <ac:spMk id="46" creationId="{9894A5A7-67D6-7E87-CC80-6278A63F8D85}"/>
          </ac:spMkLst>
        </pc:spChg>
        <pc:picChg chg="mod">
          <ac:chgData name="Christian Vedel" userId="cc5c338a-d97b-4c4d-8dd9-e649f3771915" providerId="ADAL" clId="{C54237BF-000D-4C4D-8BF3-C8E3A2E887E5}" dt="2025-08-28T07:16:37.716" v="55"/>
          <ac:picMkLst>
            <pc:docMk/>
            <pc:sldMk cId="653523845" sldId="4442"/>
            <ac:picMk id="8" creationId="{C25AEA92-4736-4369-BB85-014696B16AD8}"/>
          </ac:picMkLst>
        </pc:picChg>
      </pc:sldChg>
      <pc:sldChg chg="del">
        <pc:chgData name="Christian Vedel" userId="cc5c338a-d97b-4c4d-8dd9-e649f3771915" providerId="ADAL" clId="{C54237BF-000D-4C4D-8BF3-C8E3A2E887E5}" dt="2025-08-28T11:27:18.381" v="311" actId="47"/>
        <pc:sldMkLst>
          <pc:docMk/>
          <pc:sldMk cId="2292424063" sldId="4477"/>
        </pc:sldMkLst>
      </pc:sldChg>
      <pc:sldChg chg="addSp modSp mod">
        <pc:chgData name="Christian Vedel" userId="cc5c338a-d97b-4c4d-8dd9-e649f3771915" providerId="ADAL" clId="{C54237BF-000D-4C4D-8BF3-C8E3A2E887E5}" dt="2025-08-28T07:53:46.566" v="308" actId="14100"/>
        <pc:sldMkLst>
          <pc:docMk/>
          <pc:sldMk cId="3771032307" sldId="4478"/>
        </pc:sldMkLst>
        <pc:spChg chg="mod">
          <ac:chgData name="Christian Vedel" userId="cc5c338a-d97b-4c4d-8dd9-e649f3771915" providerId="ADAL" clId="{C54237BF-000D-4C4D-8BF3-C8E3A2E887E5}" dt="2025-08-28T07:49:37.101" v="176" actId="1076"/>
          <ac:spMkLst>
            <pc:docMk/>
            <pc:sldMk cId="3771032307" sldId="4478"/>
            <ac:spMk id="2" creationId="{EB6DEA57-8CFD-8916-0667-135009F5F99A}"/>
          </ac:spMkLst>
        </pc:spChg>
        <pc:spChg chg="add mod">
          <ac:chgData name="Christian Vedel" userId="cc5c338a-d97b-4c4d-8dd9-e649f3771915" providerId="ADAL" clId="{C54237BF-000D-4C4D-8BF3-C8E3A2E887E5}" dt="2025-08-28T07:53:46.566" v="308" actId="14100"/>
          <ac:spMkLst>
            <pc:docMk/>
            <pc:sldMk cId="3771032307" sldId="4478"/>
            <ac:spMk id="3" creationId="{70248B5A-5ED7-53F0-A070-04546FED797E}"/>
          </ac:spMkLst>
        </pc:spChg>
      </pc:sldChg>
      <pc:sldChg chg="addSp delSp modSp new del mod">
        <pc:chgData name="Christian Vedel" userId="cc5c338a-d97b-4c4d-8dd9-e649f3771915" providerId="ADAL" clId="{C54237BF-000D-4C4D-8BF3-C8E3A2E887E5}" dt="2025-08-28T07:19:38.910" v="114" actId="47"/>
        <pc:sldMkLst>
          <pc:docMk/>
          <pc:sldMk cId="1831648389" sldId="4479"/>
        </pc:sldMkLst>
        <pc:picChg chg="add del mod">
          <ac:chgData name="Christian Vedel" userId="cc5c338a-d97b-4c4d-8dd9-e649f3771915" providerId="ADAL" clId="{C54237BF-000D-4C4D-8BF3-C8E3A2E887E5}" dt="2025-08-28T07:19:36.889" v="113" actId="21"/>
          <ac:picMkLst>
            <pc:docMk/>
            <pc:sldMk cId="1831648389" sldId="4479"/>
            <ac:picMk id="9" creationId="{005D7D6D-12C7-2357-5A9F-53704F3F34E5}"/>
          </ac:picMkLst>
        </pc:picChg>
      </pc:sldChg>
      <pc:sldChg chg="addSp delSp modSp add mod modShow">
        <pc:chgData name="Christian Vedel" userId="cc5c338a-d97b-4c4d-8dd9-e649f3771915" providerId="ADAL" clId="{C54237BF-000D-4C4D-8BF3-C8E3A2E887E5}" dt="2025-08-28T07:25:40.913" v="170" actId="729"/>
        <pc:sldMkLst>
          <pc:docMk/>
          <pc:sldMk cId="3636796230" sldId="4480"/>
        </pc:sldMkLst>
        <pc:spChg chg="mod">
          <ac:chgData name="Christian Vedel" userId="cc5c338a-d97b-4c4d-8dd9-e649f3771915" providerId="ADAL" clId="{C54237BF-000D-4C4D-8BF3-C8E3A2E887E5}" dt="2025-08-28T07:19:43.234" v="116" actId="20577"/>
          <ac:spMkLst>
            <pc:docMk/>
            <pc:sldMk cId="3636796230" sldId="4480"/>
            <ac:spMk id="2" creationId="{885714FD-B2D4-2836-DC37-DC9A4CBC096F}"/>
          </ac:spMkLst>
        </pc:spChg>
        <pc:spChg chg="del">
          <ac:chgData name="Christian Vedel" userId="cc5c338a-d97b-4c4d-8dd9-e649f3771915" providerId="ADAL" clId="{C54237BF-000D-4C4D-8BF3-C8E3A2E887E5}" dt="2025-08-28T07:16:54.758" v="56" actId="478"/>
          <ac:spMkLst>
            <pc:docMk/>
            <pc:sldMk cId="3636796230" sldId="4480"/>
            <ac:spMk id="5" creationId="{AB6D072E-D07C-A798-5A4B-C54EC23A937E}"/>
          </ac:spMkLst>
        </pc:spChg>
        <pc:spChg chg="del">
          <ac:chgData name="Christian Vedel" userId="cc5c338a-d97b-4c4d-8dd9-e649f3771915" providerId="ADAL" clId="{C54237BF-000D-4C4D-8BF3-C8E3A2E887E5}" dt="2025-08-28T07:17:01.086" v="60" actId="478"/>
          <ac:spMkLst>
            <pc:docMk/>
            <pc:sldMk cId="3636796230" sldId="4480"/>
            <ac:spMk id="6" creationId="{BC242900-97EA-3D36-C1C3-255F54B678D3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9" creationId="{1371CFFA-496B-9EBE-A739-6CDFCF7776CC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11" creationId="{A270B717-7FBC-536F-1B9D-166E5306C27E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12" creationId="{89CF6481-B4B0-81B1-2388-810509E760F8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15" creationId="{309DE673-C86B-C836-A51E-877D4CBB5BD2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16" creationId="{1F07FBA2-D949-C830-843E-F5E05CBD0824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17" creationId="{1190542A-BF87-B627-5262-1F0F65A89110}"/>
          </ac:spMkLst>
        </pc:spChg>
        <pc:spChg chg="del">
          <ac:chgData name="Christian Vedel" userId="cc5c338a-d97b-4c4d-8dd9-e649f3771915" providerId="ADAL" clId="{C54237BF-000D-4C4D-8BF3-C8E3A2E887E5}" dt="2025-08-28T07:16:55.759" v="57" actId="478"/>
          <ac:spMkLst>
            <pc:docMk/>
            <pc:sldMk cId="3636796230" sldId="4480"/>
            <ac:spMk id="18" creationId="{570248A8-E22A-AB4F-82C4-8DD3D597623C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19" creationId="{9CB3A637-2551-2192-AB46-80DA87E9DFD9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20" creationId="{C5D37F51-72C1-1512-8F43-D8B30CDF76E3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21" creationId="{DCD77134-5D83-2F8F-82C0-940813A6F637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23" creationId="{FBC25370-A971-2E46-3117-AB148FF06E02}"/>
          </ac:spMkLst>
        </pc:spChg>
        <pc:spChg chg="del">
          <ac:chgData name="Christian Vedel" userId="cc5c338a-d97b-4c4d-8dd9-e649f3771915" providerId="ADAL" clId="{C54237BF-000D-4C4D-8BF3-C8E3A2E887E5}" dt="2025-08-28T07:17:01.856" v="61" actId="478"/>
          <ac:spMkLst>
            <pc:docMk/>
            <pc:sldMk cId="3636796230" sldId="4480"/>
            <ac:spMk id="25" creationId="{217FCDA5-0692-AB65-0B9C-ACD844840DF6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26" creationId="{F66D9CAF-3135-38D3-85BC-D6A90DA67D59}"/>
          </ac:spMkLst>
        </pc:spChg>
        <pc:spChg chg="del">
          <ac:chgData name="Christian Vedel" userId="cc5c338a-d97b-4c4d-8dd9-e649f3771915" providerId="ADAL" clId="{C54237BF-000D-4C4D-8BF3-C8E3A2E887E5}" dt="2025-08-28T07:14:37.045" v="5" actId="478"/>
          <ac:spMkLst>
            <pc:docMk/>
            <pc:sldMk cId="3636796230" sldId="4480"/>
            <ac:spMk id="28" creationId="{52D6866A-44E8-9229-C5C9-0C0F60D02A44}"/>
          </ac:spMkLst>
        </pc:spChg>
        <pc:spChg chg="del">
          <ac:chgData name="Christian Vedel" userId="cc5c338a-d97b-4c4d-8dd9-e649f3771915" providerId="ADAL" clId="{C54237BF-000D-4C4D-8BF3-C8E3A2E887E5}" dt="2025-08-28T07:14:39.422" v="6" actId="478"/>
          <ac:spMkLst>
            <pc:docMk/>
            <pc:sldMk cId="3636796230" sldId="4480"/>
            <ac:spMk id="29" creationId="{EE4865C2-6BB7-CF8B-45BD-2A80FCBB805D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30" creationId="{931DD2B6-ED8C-38D1-7A3C-EA32D962F4F9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31" creationId="{4C31EA37-C56A-08D6-8EA9-8A0D12EEE0C6}"/>
          </ac:spMkLst>
        </pc:spChg>
        <pc:spChg chg="del">
          <ac:chgData name="Christian Vedel" userId="cc5c338a-d97b-4c4d-8dd9-e649f3771915" providerId="ADAL" clId="{C54237BF-000D-4C4D-8BF3-C8E3A2E887E5}" dt="2025-08-28T07:16:59.114" v="59" actId="478"/>
          <ac:spMkLst>
            <pc:docMk/>
            <pc:sldMk cId="3636796230" sldId="4480"/>
            <ac:spMk id="35" creationId="{0B89AB09-E585-A73D-02C8-50F6E474E2D6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36" creationId="{EC0EE976-50AD-3F1C-C067-7F07032EE60B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37" creationId="{A8F9DE9C-D66C-27A2-D987-350F76CF46E6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38" creationId="{3759E114-E710-6129-B0B2-B18D1A115CE7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39" creationId="{193221D3-F7CE-BB1B-8A99-EC55A1D46A57}"/>
          </ac:spMkLst>
        </pc:spChg>
        <pc:spChg chg="del">
          <ac:chgData name="Christian Vedel" userId="cc5c338a-d97b-4c4d-8dd9-e649f3771915" providerId="ADAL" clId="{C54237BF-000D-4C4D-8BF3-C8E3A2E887E5}" dt="2025-08-28T07:17:04.938" v="63" actId="478"/>
          <ac:spMkLst>
            <pc:docMk/>
            <pc:sldMk cId="3636796230" sldId="4480"/>
            <ac:spMk id="40" creationId="{BC02A87C-2878-26C0-D68A-E85D986FE093}"/>
          </ac:spMkLst>
        </pc:spChg>
        <pc:spChg chg="add del mod">
          <ac:chgData name="Christian Vedel" userId="cc5c338a-d97b-4c4d-8dd9-e649f3771915" providerId="ADAL" clId="{C54237BF-000D-4C4D-8BF3-C8E3A2E887E5}" dt="2025-08-28T07:16:56.862" v="58" actId="478"/>
          <ac:spMkLst>
            <pc:docMk/>
            <pc:sldMk cId="3636796230" sldId="4480"/>
            <ac:spMk id="46" creationId="{F779D586-4535-FD6C-C07D-E88CAE435966}"/>
          </ac:spMkLst>
        </pc:spChg>
        <pc:spChg chg="add mod">
          <ac:chgData name="Christian Vedel" userId="cc5c338a-d97b-4c4d-8dd9-e649f3771915" providerId="ADAL" clId="{C54237BF-000D-4C4D-8BF3-C8E3A2E887E5}" dt="2025-08-28T07:21:10.572" v="163" actId="1076"/>
          <ac:spMkLst>
            <pc:docMk/>
            <pc:sldMk cId="3636796230" sldId="4480"/>
            <ac:spMk id="49" creationId="{B9FC719E-C846-4097-532F-A915F05871C5}"/>
          </ac:spMkLst>
        </pc:spChg>
        <pc:spChg chg="add mod">
          <ac:chgData name="Christian Vedel" userId="cc5c338a-d97b-4c4d-8dd9-e649f3771915" providerId="ADAL" clId="{C54237BF-000D-4C4D-8BF3-C8E3A2E887E5}" dt="2025-08-28T07:21:06.087" v="162" actId="14100"/>
          <ac:spMkLst>
            <pc:docMk/>
            <pc:sldMk cId="3636796230" sldId="4480"/>
            <ac:spMk id="50" creationId="{2E60BAA9-B4AA-BF2F-2BBC-FA6A2CAEB9AD}"/>
          </ac:spMkLst>
        </pc:spChg>
        <pc:picChg chg="del">
          <ac:chgData name="Christian Vedel" userId="cc5c338a-d97b-4c4d-8dd9-e649f3771915" providerId="ADAL" clId="{C54237BF-000D-4C4D-8BF3-C8E3A2E887E5}" dt="2025-08-28T07:14:39.989" v="7" actId="478"/>
          <ac:picMkLst>
            <pc:docMk/>
            <pc:sldMk cId="3636796230" sldId="4480"/>
            <ac:picMk id="8" creationId="{B906FEE2-A462-1542-9D2F-D6B212ACF3FD}"/>
          </ac:picMkLst>
        </pc:picChg>
        <pc:picChg chg="mod">
          <ac:chgData name="Christian Vedel" userId="cc5c338a-d97b-4c4d-8dd9-e649f3771915" providerId="ADAL" clId="{C54237BF-000D-4C4D-8BF3-C8E3A2E887E5}" dt="2025-08-28T07:20:49.948" v="144" actId="1076"/>
          <ac:picMkLst>
            <pc:docMk/>
            <pc:sldMk cId="3636796230" sldId="4480"/>
            <ac:picMk id="41" creationId="{44B527B2-2280-0C55-6B84-E95C58B06F2B}"/>
          </ac:picMkLst>
        </pc:picChg>
        <pc:picChg chg="mod">
          <ac:chgData name="Christian Vedel" userId="cc5c338a-d97b-4c4d-8dd9-e649f3771915" providerId="ADAL" clId="{C54237BF-000D-4C4D-8BF3-C8E3A2E887E5}" dt="2025-08-28T07:22:19.011" v="168" actId="1076"/>
          <ac:picMkLst>
            <pc:docMk/>
            <pc:sldMk cId="3636796230" sldId="4480"/>
            <ac:picMk id="42" creationId="{F77C7884-AD68-5612-902D-B1949D36A3AE}"/>
          </ac:picMkLst>
        </pc:picChg>
        <pc:picChg chg="mod">
          <ac:chgData name="Christian Vedel" userId="cc5c338a-d97b-4c4d-8dd9-e649f3771915" providerId="ADAL" clId="{C54237BF-000D-4C4D-8BF3-C8E3A2E887E5}" dt="2025-08-28T07:21:14.656" v="164" actId="1076"/>
          <ac:picMkLst>
            <pc:docMk/>
            <pc:sldMk cId="3636796230" sldId="4480"/>
            <ac:picMk id="43" creationId="{107DD1E9-2F51-516C-B432-C7F0338A180A}"/>
          </ac:picMkLst>
        </pc:picChg>
        <pc:picChg chg="mod">
          <ac:chgData name="Christian Vedel" userId="cc5c338a-d97b-4c4d-8dd9-e649f3771915" providerId="ADAL" clId="{C54237BF-000D-4C4D-8BF3-C8E3A2E887E5}" dt="2025-08-28T07:22:21.770" v="169" actId="1076"/>
          <ac:picMkLst>
            <pc:docMk/>
            <pc:sldMk cId="3636796230" sldId="4480"/>
            <ac:picMk id="45" creationId="{B96436E7-385E-B3FE-DA49-3FAF16D30BB8}"/>
          </ac:picMkLst>
        </pc:picChg>
        <pc:picChg chg="del">
          <ac:chgData name="Christian Vedel" userId="cc5c338a-d97b-4c4d-8dd9-e649f3771915" providerId="ADAL" clId="{C54237BF-000D-4C4D-8BF3-C8E3A2E887E5}" dt="2025-08-28T07:17:02.558" v="62" actId="478"/>
          <ac:picMkLst>
            <pc:docMk/>
            <pc:sldMk cId="3636796230" sldId="4480"/>
            <ac:picMk id="47" creationId="{2847F380-33CE-5354-525C-F3C6B63DC5FC}"/>
          </ac:picMkLst>
        </pc:picChg>
        <pc:picChg chg="add mod">
          <ac:chgData name="Christian Vedel" userId="cc5c338a-d97b-4c4d-8dd9-e649f3771915" providerId="ADAL" clId="{C54237BF-000D-4C4D-8BF3-C8E3A2E887E5}" dt="2025-08-28T07:19:55.386" v="118" actId="1076"/>
          <ac:picMkLst>
            <pc:docMk/>
            <pc:sldMk cId="3636796230" sldId="4480"/>
            <ac:picMk id="48" creationId="{005D7D6D-12C7-2357-5A9F-53704F3F34E5}"/>
          </ac:picMkLst>
        </pc:picChg>
      </pc:sldChg>
      <pc:sldChg chg="modSp add mod">
        <pc:chgData name="Christian Vedel" userId="cc5c338a-d97b-4c4d-8dd9-e649f3771915" providerId="ADAL" clId="{C54237BF-000D-4C4D-8BF3-C8E3A2E887E5}" dt="2025-08-28T13:18:31.353" v="373" actId="20577"/>
        <pc:sldMkLst>
          <pc:docMk/>
          <pc:sldMk cId="950552583" sldId="4481"/>
        </pc:sldMkLst>
        <pc:spChg chg="mod">
          <ac:chgData name="Christian Vedel" userId="cc5c338a-d97b-4c4d-8dd9-e649f3771915" providerId="ADAL" clId="{C54237BF-000D-4C4D-8BF3-C8E3A2E887E5}" dt="2025-08-28T13:18:31.353" v="373" actId="20577"/>
          <ac:spMkLst>
            <pc:docMk/>
            <pc:sldMk cId="950552583" sldId="4481"/>
            <ac:spMk id="3" creationId="{D4383C97-B076-2052-8AF1-97748F7849AC}"/>
          </ac:spMkLst>
        </pc:spChg>
      </pc:sldChg>
      <pc:sldChg chg="add del">
        <pc:chgData name="Christian Vedel" userId="cc5c338a-d97b-4c4d-8dd9-e649f3771915" providerId="ADAL" clId="{C54237BF-000D-4C4D-8BF3-C8E3A2E887E5}" dt="2025-08-28T11:08:16.723" v="309" actId="47"/>
        <pc:sldMkLst>
          <pc:docMk/>
          <pc:sldMk cId="2776242198" sldId="4481"/>
        </pc:sldMkLst>
      </pc:sldChg>
      <pc:sldChg chg="add del">
        <pc:chgData name="Christian Vedel" userId="cc5c338a-d97b-4c4d-8dd9-e649f3771915" providerId="ADAL" clId="{C54237BF-000D-4C4D-8BF3-C8E3A2E887E5}" dt="2025-08-28T07:49:30.520" v="173" actId="47"/>
        <pc:sldMkLst>
          <pc:docMk/>
          <pc:sldMk cId="3861659964" sldId="4482"/>
        </pc:sldMkLst>
      </pc:sldChg>
    </pc:docChg>
  </pc:docChgLst>
  <pc:docChgLst>
    <pc:chgData name="Christian Vedel" userId="cc5c338a-d97b-4c4d-8dd9-e649f3771915" providerId="ADAL" clId="{1910F526-E6C3-459D-A09F-CF16D57E9562}"/>
    <pc:docChg chg="undo custSel addSld delSld modSld sldOrd">
      <pc:chgData name="Christian Vedel" userId="cc5c338a-d97b-4c4d-8dd9-e649f3771915" providerId="ADAL" clId="{1910F526-E6C3-459D-A09F-CF16D57E9562}" dt="2025-08-27T14:50:36.864" v="666" actId="208"/>
      <pc:docMkLst>
        <pc:docMk/>
      </pc:docMkLst>
      <pc:sldChg chg="addSp delSp modSp add mod">
        <pc:chgData name="Christian Vedel" userId="cc5c338a-d97b-4c4d-8dd9-e649f3771915" providerId="ADAL" clId="{1910F526-E6C3-459D-A09F-CF16D57E9562}" dt="2025-08-27T14:50:36.864" v="666" actId="208"/>
        <pc:sldMkLst>
          <pc:docMk/>
          <pc:sldMk cId="653523845" sldId="4442"/>
        </pc:sldMkLst>
        <pc:spChg chg="add mod">
          <ac:chgData name="Christian Vedel" userId="cc5c338a-d97b-4c4d-8dd9-e649f3771915" providerId="ADAL" clId="{1910F526-E6C3-459D-A09F-CF16D57E9562}" dt="2025-08-27T14:50:36.864" v="666" actId="208"/>
          <ac:spMkLst>
            <pc:docMk/>
            <pc:sldMk cId="653523845" sldId="4442"/>
            <ac:spMk id="6" creationId="{4DD913AB-9F2F-9480-03AD-BB5F464D8CD4}"/>
          </ac:spMkLst>
        </pc:spChg>
        <pc:spChg chg="del mod topLvl">
          <ac:chgData name="Christian Vedel" userId="cc5c338a-d97b-4c4d-8dd9-e649f3771915" providerId="ADAL" clId="{1910F526-E6C3-459D-A09F-CF16D57E9562}" dt="2025-08-27T14:50:02.552" v="655" actId="478"/>
          <ac:spMkLst>
            <pc:docMk/>
            <pc:sldMk cId="653523845" sldId="4442"/>
            <ac:spMk id="48" creationId="{9AEF4D9D-A0E5-2837-7F32-EA82D618D69C}"/>
          </ac:spMkLst>
        </pc:spChg>
        <pc:grpChg chg="add del mod">
          <ac:chgData name="Christian Vedel" userId="cc5c338a-d97b-4c4d-8dd9-e649f3771915" providerId="ADAL" clId="{1910F526-E6C3-459D-A09F-CF16D57E9562}" dt="2025-08-27T14:50:02.552" v="655" actId="478"/>
          <ac:grpSpMkLst>
            <pc:docMk/>
            <pc:sldMk cId="653523845" sldId="4442"/>
            <ac:grpSpMk id="46" creationId="{77BDC1FB-9CED-5F64-C698-979D8301E927}"/>
          </ac:grpSpMkLst>
        </pc:grpChg>
        <pc:picChg chg="add mod">
          <ac:chgData name="Christian Vedel" userId="cc5c338a-d97b-4c4d-8dd9-e649f3771915" providerId="ADAL" clId="{1910F526-E6C3-459D-A09F-CF16D57E9562}" dt="2025-08-27T14:47:27.115" v="629" actId="14100"/>
          <ac:picMkLst>
            <pc:docMk/>
            <pc:sldMk cId="653523845" sldId="4442"/>
            <ac:picMk id="41" creationId="{B10AEA07-031C-5D9B-D6E1-B03557DC2CB7}"/>
          </ac:picMkLst>
        </pc:picChg>
        <pc:picChg chg="add mod">
          <ac:chgData name="Christian Vedel" userId="cc5c338a-d97b-4c4d-8dd9-e649f3771915" providerId="ADAL" clId="{1910F526-E6C3-459D-A09F-CF16D57E9562}" dt="2025-08-27T14:47:35.320" v="631" actId="14100"/>
          <ac:picMkLst>
            <pc:docMk/>
            <pc:sldMk cId="653523845" sldId="4442"/>
            <ac:picMk id="42" creationId="{8567CE10-564B-45DA-F99C-711625D5BE8C}"/>
          </ac:picMkLst>
        </pc:picChg>
        <pc:picChg chg="add mod">
          <ac:chgData name="Christian Vedel" userId="cc5c338a-d97b-4c4d-8dd9-e649f3771915" providerId="ADAL" clId="{1910F526-E6C3-459D-A09F-CF16D57E9562}" dt="2025-08-27T14:47:47.240" v="635" actId="14100"/>
          <ac:picMkLst>
            <pc:docMk/>
            <pc:sldMk cId="653523845" sldId="4442"/>
            <ac:picMk id="43" creationId="{8F536976-F23E-9505-349B-481309B43D3F}"/>
          </ac:picMkLst>
        </pc:picChg>
        <pc:picChg chg="add mod modCrop">
          <ac:chgData name="Christian Vedel" userId="cc5c338a-d97b-4c4d-8dd9-e649f3771915" providerId="ADAL" clId="{1910F526-E6C3-459D-A09F-CF16D57E9562}" dt="2025-08-27T14:49:12.572" v="653" actId="14100"/>
          <ac:picMkLst>
            <pc:docMk/>
            <pc:sldMk cId="653523845" sldId="4442"/>
            <ac:picMk id="45" creationId="{5C3C6A49-91C9-11F6-C154-DD6AF27E60AC}"/>
          </ac:picMkLst>
        </pc:picChg>
        <pc:picChg chg="mod topLvl">
          <ac:chgData name="Christian Vedel" userId="cc5c338a-d97b-4c4d-8dd9-e649f3771915" providerId="ADAL" clId="{1910F526-E6C3-459D-A09F-CF16D57E9562}" dt="2025-08-27T14:50:29.090" v="664" actId="1076"/>
          <ac:picMkLst>
            <pc:docMk/>
            <pc:sldMk cId="653523845" sldId="4442"/>
            <ac:picMk id="47" creationId="{352521E5-2B4F-3366-3716-17F20FAF1844}"/>
          </ac:picMkLst>
        </pc:picChg>
      </pc:sldChg>
      <pc:sldChg chg="modSp ord">
        <pc:chgData name="Christian Vedel" userId="cc5c338a-d97b-4c4d-8dd9-e649f3771915" providerId="ADAL" clId="{1910F526-E6C3-459D-A09F-CF16D57E9562}" dt="2025-08-27T14:27:31.720" v="15" actId="20577"/>
        <pc:sldMkLst>
          <pc:docMk/>
          <pc:sldMk cId="766219318" sldId="4452"/>
        </pc:sldMkLst>
        <pc:spChg chg="mod">
          <ac:chgData name="Christian Vedel" userId="cc5c338a-d97b-4c4d-8dd9-e649f3771915" providerId="ADAL" clId="{1910F526-E6C3-459D-A09F-CF16D57E9562}" dt="2025-08-27T14:27:31.720" v="15" actId="20577"/>
          <ac:spMkLst>
            <pc:docMk/>
            <pc:sldMk cId="766219318" sldId="4452"/>
            <ac:spMk id="12" creationId="{EB5EC14B-22AD-4DEA-4BF0-423DAC79EAE1}"/>
          </ac:spMkLst>
        </pc:spChg>
      </pc:sldChg>
      <pc:sldChg chg="del">
        <pc:chgData name="Christian Vedel" userId="cc5c338a-d97b-4c4d-8dd9-e649f3771915" providerId="ADAL" clId="{1910F526-E6C3-459D-A09F-CF16D57E9562}" dt="2025-08-27T14:43:23.609" v="594" actId="47"/>
        <pc:sldMkLst>
          <pc:docMk/>
          <pc:sldMk cId="695607496" sldId="4455"/>
        </pc:sldMkLst>
      </pc:sldChg>
      <pc:sldChg chg="del">
        <pc:chgData name="Christian Vedel" userId="cc5c338a-d97b-4c4d-8dd9-e649f3771915" providerId="ADAL" clId="{1910F526-E6C3-459D-A09F-CF16D57E9562}" dt="2025-08-27T14:43:20.344" v="592" actId="47"/>
        <pc:sldMkLst>
          <pc:docMk/>
          <pc:sldMk cId="2280947328" sldId="4456"/>
        </pc:sldMkLst>
      </pc:sldChg>
      <pc:sldChg chg="del">
        <pc:chgData name="Christian Vedel" userId="cc5c338a-d97b-4c4d-8dd9-e649f3771915" providerId="ADAL" clId="{1910F526-E6C3-459D-A09F-CF16D57E9562}" dt="2025-08-27T14:43:22.221" v="593" actId="47"/>
        <pc:sldMkLst>
          <pc:docMk/>
          <pc:sldMk cId="2524848516" sldId="4457"/>
        </pc:sldMkLst>
      </pc:sldChg>
      <pc:sldChg chg="del">
        <pc:chgData name="Christian Vedel" userId="cc5c338a-d97b-4c4d-8dd9-e649f3771915" providerId="ADAL" clId="{1910F526-E6C3-459D-A09F-CF16D57E9562}" dt="2025-08-27T14:24:57.339" v="0" actId="2696"/>
        <pc:sldMkLst>
          <pc:docMk/>
          <pc:sldMk cId="3947529223" sldId="4458"/>
        </pc:sldMkLst>
      </pc:sldChg>
      <pc:sldChg chg="del">
        <pc:chgData name="Christian Vedel" userId="cc5c338a-d97b-4c4d-8dd9-e649f3771915" providerId="ADAL" clId="{1910F526-E6C3-459D-A09F-CF16D57E9562}" dt="2025-08-27T14:28:35.465" v="22" actId="2696"/>
        <pc:sldMkLst>
          <pc:docMk/>
          <pc:sldMk cId="4200267702" sldId="4459"/>
        </pc:sldMkLst>
      </pc:sldChg>
      <pc:sldChg chg="addSp delSp modSp add mod setBg">
        <pc:chgData name="Christian Vedel" userId="cc5c338a-d97b-4c4d-8dd9-e649f3771915" providerId="ADAL" clId="{1910F526-E6C3-459D-A09F-CF16D57E9562}" dt="2025-08-27T14:36:18.562" v="320" actId="1076"/>
        <pc:sldMkLst>
          <pc:docMk/>
          <pc:sldMk cId="3166287660" sldId="4468"/>
        </pc:sldMkLst>
        <pc:spChg chg="del mod">
          <ac:chgData name="Christian Vedel" userId="cc5c338a-d97b-4c4d-8dd9-e649f3771915" providerId="ADAL" clId="{1910F526-E6C3-459D-A09F-CF16D57E9562}" dt="2025-08-27T14:26:18.599" v="5" actId="478"/>
          <ac:spMkLst>
            <pc:docMk/>
            <pc:sldMk cId="3166287660" sldId="4468"/>
            <ac:spMk id="5" creationId="{EE3C93EE-9950-73AE-57F2-0494822C1CDD}"/>
          </ac:spMkLst>
        </pc:spChg>
        <pc:spChg chg="add mod">
          <ac:chgData name="Christian Vedel" userId="cc5c338a-d97b-4c4d-8dd9-e649f3771915" providerId="ADAL" clId="{1910F526-E6C3-459D-A09F-CF16D57E9562}" dt="2025-08-27T14:36:18.562" v="320" actId="1076"/>
          <ac:spMkLst>
            <pc:docMk/>
            <pc:sldMk cId="3166287660" sldId="4468"/>
            <ac:spMk id="6" creationId="{0716FB89-5753-CBAD-B3E6-63A1FB19A6DF}"/>
          </ac:spMkLst>
        </pc:spChg>
        <pc:picChg chg="add mod">
          <ac:chgData name="Christian Vedel" userId="cc5c338a-d97b-4c4d-8dd9-e649f3771915" providerId="ADAL" clId="{1910F526-E6C3-459D-A09F-CF16D57E9562}" dt="2025-08-27T14:26:25.815" v="7" actId="1076"/>
          <ac:picMkLst>
            <pc:docMk/>
            <pc:sldMk cId="3166287660" sldId="4468"/>
            <ac:picMk id="3" creationId="{18CC62A7-3A39-40F6-48F9-EF14B17205BB}"/>
          </ac:picMkLst>
        </pc:picChg>
      </pc:sldChg>
      <pc:sldChg chg="addSp delSp modSp add mod">
        <pc:chgData name="Christian Vedel" userId="cc5c338a-d97b-4c4d-8dd9-e649f3771915" providerId="ADAL" clId="{1910F526-E6C3-459D-A09F-CF16D57E9562}" dt="2025-08-27T14:29:01.130" v="33" actId="1076"/>
        <pc:sldMkLst>
          <pc:docMk/>
          <pc:sldMk cId="4143382584" sldId="4469"/>
        </pc:sldMkLst>
        <pc:spChg chg="del">
          <ac:chgData name="Christian Vedel" userId="cc5c338a-d97b-4c4d-8dd9-e649f3771915" providerId="ADAL" clId="{1910F526-E6C3-459D-A09F-CF16D57E9562}" dt="2025-08-27T14:28:13.526" v="18" actId="478"/>
          <ac:spMkLst>
            <pc:docMk/>
            <pc:sldMk cId="4143382584" sldId="4469"/>
            <ac:spMk id="26" creationId="{3F429684-ADEB-5419-B1BE-31D15544B39E}"/>
          </ac:spMkLst>
        </pc:spChg>
        <pc:grpChg chg="del">
          <ac:chgData name="Christian Vedel" userId="cc5c338a-d97b-4c4d-8dd9-e649f3771915" providerId="ADAL" clId="{1910F526-E6C3-459D-A09F-CF16D57E9562}" dt="2025-08-27T14:28:12.762" v="17" actId="478"/>
          <ac:grpSpMkLst>
            <pc:docMk/>
            <pc:sldMk cId="4143382584" sldId="4469"/>
            <ac:grpSpMk id="25" creationId="{24C44B69-FAAC-CE10-7883-AE1BA3D444B8}"/>
          </ac:grpSpMkLst>
        </pc:grpChg>
        <pc:picChg chg="add mod ord">
          <ac:chgData name="Christian Vedel" userId="cc5c338a-d97b-4c4d-8dd9-e649f3771915" providerId="ADAL" clId="{1910F526-E6C3-459D-A09F-CF16D57E9562}" dt="2025-08-27T14:29:01.130" v="33" actId="1076"/>
          <ac:picMkLst>
            <pc:docMk/>
            <pc:sldMk cId="4143382584" sldId="4469"/>
            <ac:picMk id="10" creationId="{637439CD-7743-7B48-2060-6920E797588A}"/>
          </ac:picMkLst>
        </pc:picChg>
      </pc:sldChg>
      <pc:sldChg chg="addSp delSp modSp add del mod">
        <pc:chgData name="Christian Vedel" userId="cc5c338a-d97b-4c4d-8dd9-e649f3771915" providerId="ADAL" clId="{1910F526-E6C3-459D-A09F-CF16D57E9562}" dt="2025-08-27T14:29:12.729" v="35" actId="2696"/>
        <pc:sldMkLst>
          <pc:docMk/>
          <pc:sldMk cId="2415261410" sldId="4470"/>
        </pc:sldMkLst>
        <pc:picChg chg="add del mod ord">
          <ac:chgData name="Christian Vedel" userId="cc5c338a-d97b-4c4d-8dd9-e649f3771915" providerId="ADAL" clId="{1910F526-E6C3-459D-A09F-CF16D57E9562}" dt="2025-08-27T14:28:50.811" v="30" actId="22"/>
          <ac:picMkLst>
            <pc:docMk/>
            <pc:sldMk cId="2415261410" sldId="4470"/>
            <ac:picMk id="5" creationId="{807620FF-70A4-F1D5-343E-ED95B56DA86B}"/>
          </ac:picMkLst>
        </pc:picChg>
        <pc:picChg chg="add del mod">
          <ac:chgData name="Christian Vedel" userId="cc5c338a-d97b-4c4d-8dd9-e649f3771915" providerId="ADAL" clId="{1910F526-E6C3-459D-A09F-CF16D57E9562}" dt="2025-08-27T14:29:10.610" v="34" actId="478"/>
          <ac:picMkLst>
            <pc:docMk/>
            <pc:sldMk cId="2415261410" sldId="4470"/>
            <ac:picMk id="10" creationId="{71162877-9D69-4EA3-9577-B5392A85D8F7}"/>
          </ac:picMkLst>
        </pc:picChg>
      </pc:sldChg>
      <pc:sldChg chg="modSp add mod">
        <pc:chgData name="Christian Vedel" userId="cc5c338a-d97b-4c4d-8dd9-e649f3771915" providerId="ADAL" clId="{1910F526-E6C3-459D-A09F-CF16D57E9562}" dt="2025-08-27T14:29:19.736" v="37" actId="14826"/>
        <pc:sldMkLst>
          <pc:docMk/>
          <pc:sldMk cId="2442807850" sldId="4470"/>
        </pc:sldMkLst>
        <pc:picChg chg="mod">
          <ac:chgData name="Christian Vedel" userId="cc5c338a-d97b-4c4d-8dd9-e649f3771915" providerId="ADAL" clId="{1910F526-E6C3-459D-A09F-CF16D57E9562}" dt="2025-08-27T14:29:19.736" v="37" actId="14826"/>
          <ac:picMkLst>
            <pc:docMk/>
            <pc:sldMk cId="2442807850" sldId="4470"/>
            <ac:picMk id="10" creationId="{C6AF6D6E-87A1-30D4-0E2C-53F63C0BBA1F}"/>
          </ac:picMkLst>
        </pc:picChg>
      </pc:sldChg>
      <pc:sldChg chg="addSp modSp add mod">
        <pc:chgData name="Christian Vedel" userId="cc5c338a-d97b-4c4d-8dd9-e649f3771915" providerId="ADAL" clId="{1910F526-E6C3-459D-A09F-CF16D57E9562}" dt="2025-08-27T14:32:31.868" v="185" actId="20577"/>
        <pc:sldMkLst>
          <pc:docMk/>
          <pc:sldMk cId="3076314815" sldId="4471"/>
        </pc:sldMkLst>
        <pc:spChg chg="add mod">
          <ac:chgData name="Christian Vedel" userId="cc5c338a-d97b-4c4d-8dd9-e649f3771915" providerId="ADAL" clId="{1910F526-E6C3-459D-A09F-CF16D57E9562}" dt="2025-08-27T14:32:31.868" v="185" actId="20577"/>
          <ac:spMkLst>
            <pc:docMk/>
            <pc:sldMk cId="3076314815" sldId="4471"/>
            <ac:spMk id="3" creationId="{E94D5F81-0423-6A05-02B9-942E9816784B}"/>
          </ac:spMkLst>
        </pc:spChg>
        <pc:spChg chg="mod">
          <ac:chgData name="Christian Vedel" userId="cc5c338a-d97b-4c4d-8dd9-e649f3771915" providerId="ADAL" clId="{1910F526-E6C3-459D-A09F-CF16D57E9562}" dt="2025-08-27T14:29:33.148" v="40" actId="1076"/>
          <ac:spMkLst>
            <pc:docMk/>
            <pc:sldMk cId="3076314815" sldId="4471"/>
            <ac:spMk id="28" creationId="{2A9D70A1-BFBA-09B3-E0A9-42B10343B44C}"/>
          </ac:spMkLst>
        </pc:spChg>
        <pc:picChg chg="mod">
          <ac:chgData name="Christian Vedel" userId="cc5c338a-d97b-4c4d-8dd9-e649f3771915" providerId="ADAL" clId="{1910F526-E6C3-459D-A09F-CF16D57E9562}" dt="2025-08-27T14:29:28.502" v="39" actId="1076"/>
          <ac:picMkLst>
            <pc:docMk/>
            <pc:sldMk cId="3076314815" sldId="4471"/>
            <ac:picMk id="10" creationId="{2874EDE0-57EC-680E-E12E-274E1C928768}"/>
          </ac:picMkLst>
        </pc:picChg>
      </pc:sldChg>
      <pc:sldChg chg="modSp add mod">
        <pc:chgData name="Christian Vedel" userId="cc5c338a-d97b-4c4d-8dd9-e649f3771915" providerId="ADAL" clId="{1910F526-E6C3-459D-A09F-CF16D57E9562}" dt="2025-08-27T14:33:48.395" v="239" actId="207"/>
        <pc:sldMkLst>
          <pc:docMk/>
          <pc:sldMk cId="591335782" sldId="4472"/>
        </pc:sldMkLst>
        <pc:spChg chg="mod">
          <ac:chgData name="Christian Vedel" userId="cc5c338a-d97b-4c4d-8dd9-e649f3771915" providerId="ADAL" clId="{1910F526-E6C3-459D-A09F-CF16D57E9562}" dt="2025-08-27T14:33:48.395" v="239" actId="207"/>
          <ac:spMkLst>
            <pc:docMk/>
            <pc:sldMk cId="591335782" sldId="4472"/>
            <ac:spMk id="3" creationId="{CE52D1EB-0EA6-7829-B374-9F405E7BD900}"/>
          </ac:spMkLst>
        </pc:spChg>
        <pc:picChg chg="mod">
          <ac:chgData name="Christian Vedel" userId="cc5c338a-d97b-4c4d-8dd9-e649f3771915" providerId="ADAL" clId="{1910F526-E6C3-459D-A09F-CF16D57E9562}" dt="2025-08-27T14:32:46.654" v="187" actId="14826"/>
          <ac:picMkLst>
            <pc:docMk/>
            <pc:sldMk cId="591335782" sldId="4472"/>
            <ac:picMk id="10" creationId="{C1DD849E-8C14-71F6-3183-7C2356E3FE64}"/>
          </ac:picMkLst>
        </pc:picChg>
      </pc:sldChg>
      <pc:sldChg chg="modSp add mod">
        <pc:chgData name="Christian Vedel" userId="cc5c338a-d97b-4c4d-8dd9-e649f3771915" providerId="ADAL" clId="{1910F526-E6C3-459D-A09F-CF16D57E9562}" dt="2025-08-27T14:34:42.354" v="276" actId="207"/>
        <pc:sldMkLst>
          <pc:docMk/>
          <pc:sldMk cId="101825491" sldId="4473"/>
        </pc:sldMkLst>
        <pc:spChg chg="mod">
          <ac:chgData name="Christian Vedel" userId="cc5c338a-d97b-4c4d-8dd9-e649f3771915" providerId="ADAL" clId="{1910F526-E6C3-459D-A09F-CF16D57E9562}" dt="2025-08-27T14:34:42.354" v="276" actId="207"/>
          <ac:spMkLst>
            <pc:docMk/>
            <pc:sldMk cId="101825491" sldId="4473"/>
            <ac:spMk id="3" creationId="{42AD6228-5154-1C3D-EF79-1F1D9B679042}"/>
          </ac:spMkLst>
        </pc:spChg>
        <pc:picChg chg="mod">
          <ac:chgData name="Christian Vedel" userId="cc5c338a-d97b-4c4d-8dd9-e649f3771915" providerId="ADAL" clId="{1910F526-E6C3-459D-A09F-CF16D57E9562}" dt="2025-08-27T14:34:08.257" v="241" actId="14826"/>
          <ac:picMkLst>
            <pc:docMk/>
            <pc:sldMk cId="101825491" sldId="4473"/>
            <ac:picMk id="10" creationId="{F6CEDB90-73A0-4D33-C658-19BC0212B0AD}"/>
          </ac:picMkLst>
        </pc:picChg>
      </pc:sldChg>
      <pc:sldChg chg="modSp add mod">
        <pc:chgData name="Christian Vedel" userId="cc5c338a-d97b-4c4d-8dd9-e649f3771915" providerId="ADAL" clId="{1910F526-E6C3-459D-A09F-CF16D57E9562}" dt="2025-08-27T14:35:50.305" v="318" actId="20577"/>
        <pc:sldMkLst>
          <pc:docMk/>
          <pc:sldMk cId="3180147501" sldId="4474"/>
        </pc:sldMkLst>
        <pc:spChg chg="mod">
          <ac:chgData name="Christian Vedel" userId="cc5c338a-d97b-4c4d-8dd9-e649f3771915" providerId="ADAL" clId="{1910F526-E6C3-459D-A09F-CF16D57E9562}" dt="2025-08-27T14:35:50.305" v="318" actId="20577"/>
          <ac:spMkLst>
            <pc:docMk/>
            <pc:sldMk cId="3180147501" sldId="4474"/>
            <ac:spMk id="3" creationId="{03775523-9E8A-0E55-0739-9D2F547F3B40}"/>
          </ac:spMkLst>
        </pc:spChg>
        <pc:picChg chg="mod">
          <ac:chgData name="Christian Vedel" userId="cc5c338a-d97b-4c4d-8dd9-e649f3771915" providerId="ADAL" clId="{1910F526-E6C3-459D-A09F-CF16D57E9562}" dt="2025-08-27T14:34:58.017" v="278" actId="14826"/>
          <ac:picMkLst>
            <pc:docMk/>
            <pc:sldMk cId="3180147501" sldId="4474"/>
            <ac:picMk id="10" creationId="{9E26EE10-1C82-EF6A-7318-0188C22CF6E3}"/>
          </ac:picMkLst>
        </pc:picChg>
      </pc:sldChg>
      <pc:sldChg chg="addSp delSp modSp add mod">
        <pc:chgData name="Christian Vedel" userId="cc5c338a-d97b-4c4d-8dd9-e649f3771915" providerId="ADAL" clId="{1910F526-E6C3-459D-A09F-CF16D57E9562}" dt="2025-08-27T14:40:32.375" v="530" actId="22"/>
        <pc:sldMkLst>
          <pc:docMk/>
          <pc:sldMk cId="243009847" sldId="4475"/>
        </pc:sldMkLst>
        <pc:spChg chg="mod">
          <ac:chgData name="Christian Vedel" userId="cc5c338a-d97b-4c4d-8dd9-e649f3771915" providerId="ADAL" clId="{1910F526-E6C3-459D-A09F-CF16D57E9562}" dt="2025-08-27T14:37:41.400" v="376" actId="20577"/>
          <ac:spMkLst>
            <pc:docMk/>
            <pc:sldMk cId="243009847" sldId="4475"/>
            <ac:spMk id="2" creationId="{5B57E17E-D06C-5E67-5AB9-A2F98BC8DA56}"/>
          </ac:spMkLst>
        </pc:spChg>
        <pc:spChg chg="mod">
          <ac:chgData name="Christian Vedel" userId="cc5c338a-d97b-4c4d-8dd9-e649f3771915" providerId="ADAL" clId="{1910F526-E6C3-459D-A09F-CF16D57E9562}" dt="2025-08-27T14:40:13.479" v="528" actId="20577"/>
          <ac:spMkLst>
            <pc:docMk/>
            <pc:sldMk cId="243009847" sldId="4475"/>
            <ac:spMk id="3" creationId="{E294A48E-24EB-6188-49AC-A4AFA4245466}"/>
          </ac:spMkLst>
        </pc:spChg>
        <pc:spChg chg="del">
          <ac:chgData name="Christian Vedel" userId="cc5c338a-d97b-4c4d-8dd9-e649f3771915" providerId="ADAL" clId="{1910F526-E6C3-459D-A09F-CF16D57E9562}" dt="2025-08-27T14:37:55.757" v="379" actId="478"/>
          <ac:spMkLst>
            <pc:docMk/>
            <pc:sldMk cId="243009847" sldId="4475"/>
            <ac:spMk id="28" creationId="{649B1742-3E13-BA02-8099-CC2DC7E48241}"/>
          </ac:spMkLst>
        </pc:spChg>
        <pc:picChg chg="add del">
          <ac:chgData name="Christian Vedel" userId="cc5c338a-d97b-4c4d-8dd9-e649f3771915" providerId="ADAL" clId="{1910F526-E6C3-459D-A09F-CF16D57E9562}" dt="2025-08-27T14:37:52.855" v="378" actId="22"/>
          <ac:picMkLst>
            <pc:docMk/>
            <pc:sldMk cId="243009847" sldId="4475"/>
            <ac:picMk id="6" creationId="{C186FB27-0A6F-AB93-6D57-2E1DA0F4E504}"/>
          </ac:picMkLst>
        </pc:picChg>
        <pc:picChg chg="add del">
          <ac:chgData name="Christian Vedel" userId="cc5c338a-d97b-4c4d-8dd9-e649f3771915" providerId="ADAL" clId="{1910F526-E6C3-459D-A09F-CF16D57E9562}" dt="2025-08-27T14:40:32.375" v="530" actId="22"/>
          <ac:picMkLst>
            <pc:docMk/>
            <pc:sldMk cId="243009847" sldId="4475"/>
            <ac:picMk id="9" creationId="{1AD8BDCF-DECB-A1AC-8903-D1710112ED5D}"/>
          </ac:picMkLst>
        </pc:picChg>
        <pc:picChg chg="mod">
          <ac:chgData name="Christian Vedel" userId="cc5c338a-d97b-4c4d-8dd9-e649f3771915" providerId="ADAL" clId="{1910F526-E6C3-459D-A09F-CF16D57E9562}" dt="2025-08-27T14:38:10.047" v="380" actId="14826"/>
          <ac:picMkLst>
            <pc:docMk/>
            <pc:sldMk cId="243009847" sldId="4475"/>
            <ac:picMk id="10" creationId="{A53F4AC0-C7D8-F0A2-76CA-C4C912A12E15}"/>
          </ac:picMkLst>
        </pc:picChg>
      </pc:sldChg>
      <pc:sldChg chg="modSp add mod">
        <pc:chgData name="Christian Vedel" userId="cc5c338a-d97b-4c4d-8dd9-e649f3771915" providerId="ADAL" clId="{1910F526-E6C3-459D-A09F-CF16D57E9562}" dt="2025-08-27T14:42:26.538" v="591" actId="20577"/>
        <pc:sldMkLst>
          <pc:docMk/>
          <pc:sldMk cId="1640568979" sldId="4476"/>
        </pc:sldMkLst>
        <pc:spChg chg="mod">
          <ac:chgData name="Christian Vedel" userId="cc5c338a-d97b-4c4d-8dd9-e649f3771915" providerId="ADAL" clId="{1910F526-E6C3-459D-A09F-CF16D57E9562}" dt="2025-08-27T14:42:26.538" v="591" actId="20577"/>
          <ac:spMkLst>
            <pc:docMk/>
            <pc:sldMk cId="1640568979" sldId="4476"/>
            <ac:spMk id="3" creationId="{E119492E-93C6-E1F7-BA9A-BAADCEE85BFD}"/>
          </ac:spMkLst>
        </pc:spChg>
        <pc:picChg chg="mod">
          <ac:chgData name="Christian Vedel" userId="cc5c338a-d97b-4c4d-8dd9-e649f3771915" providerId="ADAL" clId="{1910F526-E6C3-459D-A09F-CF16D57E9562}" dt="2025-08-27T14:41:12.323" v="532" actId="14826"/>
          <ac:picMkLst>
            <pc:docMk/>
            <pc:sldMk cId="1640568979" sldId="4476"/>
            <ac:picMk id="10" creationId="{3E36030B-4BD7-2CDE-8A56-983B34D98EE9}"/>
          </ac:picMkLst>
        </pc:picChg>
      </pc:sldChg>
      <pc:sldChg chg="addSp delSp modSp add mod">
        <pc:chgData name="Christian Vedel" userId="cc5c338a-d97b-4c4d-8dd9-e649f3771915" providerId="ADAL" clId="{1910F526-E6C3-459D-A09F-CF16D57E9562}" dt="2025-08-27T14:43:56.946" v="614" actId="122"/>
        <pc:sldMkLst>
          <pc:docMk/>
          <pc:sldMk cId="2292424063" sldId="4477"/>
        </pc:sldMkLst>
        <pc:spChg chg="mod">
          <ac:chgData name="Christian Vedel" userId="cc5c338a-d97b-4c4d-8dd9-e649f3771915" providerId="ADAL" clId="{1910F526-E6C3-459D-A09F-CF16D57E9562}" dt="2025-08-27T14:43:56.946" v="614" actId="122"/>
          <ac:spMkLst>
            <pc:docMk/>
            <pc:sldMk cId="2292424063" sldId="4477"/>
            <ac:spMk id="2" creationId="{0703AE44-59E9-2459-C962-C597E3BFF231}"/>
          </ac:spMkLst>
        </pc:spChg>
        <pc:spChg chg="del">
          <ac:chgData name="Christian Vedel" userId="cc5c338a-d97b-4c4d-8dd9-e649f3771915" providerId="ADAL" clId="{1910F526-E6C3-459D-A09F-CF16D57E9562}" dt="2025-08-27T14:43:29.155" v="596" actId="478"/>
          <ac:spMkLst>
            <pc:docMk/>
            <pc:sldMk cId="2292424063" sldId="4477"/>
            <ac:spMk id="3" creationId="{DB8F1AB1-6154-E841-5519-73208D0F12E9}"/>
          </ac:spMkLst>
        </pc:spChg>
        <pc:spChg chg="del">
          <ac:chgData name="Christian Vedel" userId="cc5c338a-d97b-4c4d-8dd9-e649f3771915" providerId="ADAL" clId="{1910F526-E6C3-459D-A09F-CF16D57E9562}" dt="2025-08-27T14:43:34.386" v="599" actId="478"/>
          <ac:spMkLst>
            <pc:docMk/>
            <pc:sldMk cId="2292424063" sldId="4477"/>
            <ac:spMk id="4" creationId="{BC95BEAE-B14A-4EA8-9740-42C9A4E1CF68}"/>
          </ac:spMkLst>
        </pc:spChg>
        <pc:spChg chg="del">
          <ac:chgData name="Christian Vedel" userId="cc5c338a-d97b-4c4d-8dd9-e649f3771915" providerId="ADAL" clId="{1910F526-E6C3-459D-A09F-CF16D57E9562}" dt="2025-08-27T14:43:32.702" v="598" actId="478"/>
          <ac:spMkLst>
            <pc:docMk/>
            <pc:sldMk cId="2292424063" sldId="4477"/>
            <ac:spMk id="6" creationId="{EE3F3BCD-1BD3-4B2B-CFF3-FAA84FBE68CD}"/>
          </ac:spMkLst>
        </pc:spChg>
        <pc:spChg chg="add del mod">
          <ac:chgData name="Christian Vedel" userId="cc5c338a-d97b-4c4d-8dd9-e649f3771915" providerId="ADAL" clId="{1910F526-E6C3-459D-A09F-CF16D57E9562}" dt="2025-08-27T14:43:31.328" v="597" actId="478"/>
          <ac:spMkLst>
            <pc:docMk/>
            <pc:sldMk cId="2292424063" sldId="4477"/>
            <ac:spMk id="8" creationId="{B0F658E6-CB09-3BC5-ED3C-656F822D5AC4}"/>
          </ac:spMkLst>
        </pc:spChg>
        <pc:spChg chg="add del mod">
          <ac:chgData name="Christian Vedel" userId="cc5c338a-d97b-4c4d-8dd9-e649f3771915" providerId="ADAL" clId="{1910F526-E6C3-459D-A09F-CF16D57E9562}" dt="2025-08-27T14:43:35.853" v="600" actId="478"/>
          <ac:spMkLst>
            <pc:docMk/>
            <pc:sldMk cId="2292424063" sldId="4477"/>
            <ac:spMk id="10" creationId="{CB9ADF65-D1BE-734B-0C14-3D79664ACC75}"/>
          </ac:spMkLst>
        </pc:spChg>
      </pc:sldChg>
      <pc:sldChg chg="add">
        <pc:chgData name="Christian Vedel" userId="cc5c338a-d97b-4c4d-8dd9-e649f3771915" providerId="ADAL" clId="{1910F526-E6C3-459D-A09F-CF16D57E9562}" dt="2025-08-27T14:44:06.733" v="615"/>
        <pc:sldMkLst>
          <pc:docMk/>
          <pc:sldMk cId="3771032307" sldId="4478"/>
        </pc:sldMkLst>
      </pc:sldChg>
      <pc:sldChg chg="add del">
        <pc:chgData name="Christian Vedel" userId="cc5c338a-d97b-4c4d-8dd9-e649f3771915" providerId="ADAL" clId="{1910F526-E6C3-459D-A09F-CF16D57E9562}" dt="2025-08-27T14:46:31.581" v="618"/>
        <pc:sldMkLst>
          <pc:docMk/>
          <pc:sldMk cId="3185853740" sldId="4479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88519245331284"/>
          <c:y val="4.6767008329332192E-2"/>
          <c:w val="0.8400572493923707"/>
          <c:h val="0.77409201928897986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none"/>
          </c:marker>
          <c:xVal>
            <c:numRef>
              <c:f>Sheet1!$A$2:$A$4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26</c:v>
                </c:pt>
                <c:pt idx="2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772-49E4-855E-2937DD73E4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402783"/>
        <c:axId val="163406143"/>
      </c:scatterChart>
      <c:valAx>
        <c:axId val="163402783"/>
        <c:scaling>
          <c:orientation val="minMax"/>
          <c:max val="10.5"/>
          <c:min val="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a-DK"/>
                  <a:t>x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GB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406143"/>
        <c:crosses val="autoZero"/>
        <c:crossBetween val="midCat"/>
        <c:majorUnit val="1"/>
      </c:valAx>
      <c:valAx>
        <c:axId val="163406143"/>
        <c:scaling>
          <c:orientation val="minMax"/>
          <c:max val="27"/>
          <c:min val="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a-DK"/>
                  <a:t>y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GB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accent1">
                <a:shade val="1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402783"/>
        <c:crossesAt val="-1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64D2CE5-67A5-44B1-9135-49EAC2AC70C3}" type="doc">
      <dgm:prSet loTypeId="urn:microsoft.com/office/officeart/2005/8/layout/process1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15EA3D5-AEC1-4EFF-BA66-A124E73E58A2}">
      <dgm:prSet phldrT="[Text]"/>
      <dgm:spPr/>
      <dgm:t>
        <a:bodyPr/>
        <a:lstStyle/>
        <a:p>
          <a:r>
            <a:rPr lang="da-DK" dirty="0"/>
            <a:t>Propose model</a:t>
          </a:r>
          <a:endParaRPr lang="en-GB" dirty="0"/>
        </a:p>
      </dgm:t>
    </dgm:pt>
    <dgm:pt modelId="{7ED55D60-43A2-48D3-8DBB-BB35238F8D21}" type="parTrans" cxnId="{E5C81411-A693-4896-9869-902F0AF55959}">
      <dgm:prSet/>
      <dgm:spPr/>
      <dgm:t>
        <a:bodyPr/>
        <a:lstStyle/>
        <a:p>
          <a:endParaRPr lang="en-GB"/>
        </a:p>
      </dgm:t>
    </dgm:pt>
    <dgm:pt modelId="{D50D9D7D-8793-4BA3-96BA-9B6C2B099C33}" type="sibTrans" cxnId="{E5C81411-A693-4896-9869-902F0AF55959}">
      <dgm:prSet/>
      <dgm:spPr>
        <a:noFill/>
      </dgm:spPr>
      <dgm:t>
        <a:bodyPr/>
        <a:lstStyle/>
        <a:p>
          <a:endParaRPr lang="en-GB"/>
        </a:p>
      </dgm:t>
    </dgm:pt>
    <dgm:pt modelId="{D21D5256-2ED9-4B5F-A5A9-E4B4445BED0C}">
      <dgm:prSet phldrT="[Text]"/>
      <dgm:spPr/>
      <dgm:t>
        <a:bodyPr/>
        <a:lstStyle/>
        <a:p>
          <a:r>
            <a:rPr lang="da-DK" dirty="0"/>
            <a:t>Set/</a:t>
          </a:r>
          <a:r>
            <a:rPr lang="da-DK" dirty="0" err="1"/>
            <a:t>change</a:t>
          </a:r>
          <a:r>
            <a:rPr lang="da-DK" dirty="0"/>
            <a:t> model parameter </a:t>
          </a:r>
          <a:r>
            <a:rPr lang="da-DK" dirty="0" err="1"/>
            <a:t>values</a:t>
          </a:r>
          <a:endParaRPr lang="en-GB" dirty="0"/>
        </a:p>
      </dgm:t>
    </dgm:pt>
    <dgm:pt modelId="{1AD3C4FF-3567-4BFE-ACB2-5B099C43060B}" type="parTrans" cxnId="{32F5B06D-B4F3-4DD3-91C9-06FD72F8AFD0}">
      <dgm:prSet/>
      <dgm:spPr/>
      <dgm:t>
        <a:bodyPr/>
        <a:lstStyle/>
        <a:p>
          <a:endParaRPr lang="en-GB"/>
        </a:p>
      </dgm:t>
    </dgm:pt>
    <dgm:pt modelId="{4C1FFAEC-B3B7-4D62-AA36-4742F7325A8C}" type="sibTrans" cxnId="{32F5B06D-B4F3-4DD3-91C9-06FD72F8AFD0}">
      <dgm:prSet/>
      <dgm:spPr>
        <a:noFill/>
      </dgm:spPr>
      <dgm:t>
        <a:bodyPr/>
        <a:lstStyle/>
        <a:p>
          <a:endParaRPr lang="en-GB"/>
        </a:p>
      </dgm:t>
    </dgm:pt>
    <dgm:pt modelId="{5702F87E-20B0-4FCC-8FAC-F8A11FE37A7F}">
      <dgm:prSet phldrT="[Text]"/>
      <dgm:spPr/>
      <dgm:t>
        <a:bodyPr/>
        <a:lstStyle/>
        <a:p>
          <a:r>
            <a:rPr lang="da-DK" dirty="0" err="1"/>
            <a:t>Calculate</a:t>
          </a:r>
          <a:r>
            <a:rPr lang="da-DK" dirty="0"/>
            <a:t> model data</a:t>
          </a:r>
          <a:endParaRPr lang="en-GB" dirty="0"/>
        </a:p>
      </dgm:t>
    </dgm:pt>
    <dgm:pt modelId="{5F10E135-7BCF-483F-80F8-8DAE610F0ED2}" type="parTrans" cxnId="{190D84D8-4778-4F7D-B54B-23255DCBB419}">
      <dgm:prSet/>
      <dgm:spPr/>
      <dgm:t>
        <a:bodyPr/>
        <a:lstStyle/>
        <a:p>
          <a:endParaRPr lang="en-GB"/>
        </a:p>
      </dgm:t>
    </dgm:pt>
    <dgm:pt modelId="{9D3135F4-D12B-4E11-974E-806008271B37}" type="sibTrans" cxnId="{190D84D8-4778-4F7D-B54B-23255DCBB419}">
      <dgm:prSet/>
      <dgm:spPr>
        <a:noFill/>
      </dgm:spPr>
      <dgm:t>
        <a:bodyPr/>
        <a:lstStyle/>
        <a:p>
          <a:endParaRPr lang="en-GB"/>
        </a:p>
      </dgm:t>
    </dgm:pt>
    <dgm:pt modelId="{9B468385-6581-464F-AEEB-61E884F91846}">
      <dgm:prSet phldrT="[Text]"/>
      <dgm:spPr/>
      <dgm:t>
        <a:bodyPr/>
        <a:lstStyle/>
        <a:p>
          <a:r>
            <a:rPr lang="da-DK" dirty="0" err="1"/>
            <a:t>Compare</a:t>
          </a:r>
          <a:r>
            <a:rPr lang="da-DK" dirty="0"/>
            <a:t> model data to </a:t>
          </a:r>
          <a:r>
            <a:rPr lang="da-DK" dirty="0" err="1"/>
            <a:t>experimental</a:t>
          </a:r>
          <a:r>
            <a:rPr lang="da-DK" dirty="0"/>
            <a:t> data</a:t>
          </a:r>
          <a:endParaRPr lang="en-GB" dirty="0"/>
        </a:p>
      </dgm:t>
    </dgm:pt>
    <dgm:pt modelId="{06226C1E-5E1F-4438-9BA0-3E0862D2C296}" type="parTrans" cxnId="{67572B26-1042-4EDF-A523-0E36C140A215}">
      <dgm:prSet/>
      <dgm:spPr/>
      <dgm:t>
        <a:bodyPr/>
        <a:lstStyle/>
        <a:p>
          <a:endParaRPr lang="en-GB"/>
        </a:p>
      </dgm:t>
    </dgm:pt>
    <dgm:pt modelId="{0A81AE81-F672-42DE-994F-8A47EB6F4AC4}" type="sibTrans" cxnId="{67572B26-1042-4EDF-A523-0E36C140A215}">
      <dgm:prSet/>
      <dgm:spPr>
        <a:noFill/>
      </dgm:spPr>
      <dgm:t>
        <a:bodyPr/>
        <a:lstStyle/>
        <a:p>
          <a:endParaRPr lang="en-GB"/>
        </a:p>
      </dgm:t>
    </dgm:pt>
    <dgm:pt modelId="{70C6D99A-08F6-4BFC-BF6E-5FBDCB585DEC}">
      <dgm:prSet phldrT="[Text]"/>
      <dgm:spPr/>
      <dgm:t>
        <a:bodyPr/>
        <a:lstStyle/>
        <a:p>
          <a:r>
            <a:rPr lang="da-DK" dirty="0"/>
            <a:t>Stop</a:t>
          </a:r>
          <a:endParaRPr lang="en-GB" dirty="0"/>
        </a:p>
      </dgm:t>
    </dgm:pt>
    <dgm:pt modelId="{7AA0D136-EE3C-4F2B-AF70-2863ED77BFA8}" type="parTrans" cxnId="{A68B6BB6-54B8-4BB5-9FFA-032E41EC5E2F}">
      <dgm:prSet/>
      <dgm:spPr/>
      <dgm:t>
        <a:bodyPr/>
        <a:lstStyle/>
        <a:p>
          <a:endParaRPr lang="en-GB"/>
        </a:p>
      </dgm:t>
    </dgm:pt>
    <dgm:pt modelId="{71EABFEA-D566-4C08-BDA3-112EC30B4806}" type="sibTrans" cxnId="{A68B6BB6-54B8-4BB5-9FFA-032E41EC5E2F}">
      <dgm:prSet/>
      <dgm:spPr/>
      <dgm:t>
        <a:bodyPr/>
        <a:lstStyle/>
        <a:p>
          <a:endParaRPr lang="en-GB"/>
        </a:p>
      </dgm:t>
    </dgm:pt>
    <dgm:pt modelId="{BD465C08-39B9-45C1-AC69-72EEAFC8765B}" type="pres">
      <dgm:prSet presAssocID="{064D2CE5-67A5-44B1-9135-49EAC2AC70C3}" presName="Name0" presStyleCnt="0">
        <dgm:presLayoutVars>
          <dgm:dir/>
          <dgm:resizeHandles val="exact"/>
        </dgm:presLayoutVars>
      </dgm:prSet>
      <dgm:spPr/>
    </dgm:pt>
    <dgm:pt modelId="{2F440857-9B28-41B3-8C6E-4892976D63CB}" type="pres">
      <dgm:prSet presAssocID="{A15EA3D5-AEC1-4EFF-BA66-A124E73E58A2}" presName="node" presStyleLbl="node1" presStyleIdx="0" presStyleCnt="5">
        <dgm:presLayoutVars>
          <dgm:bulletEnabled val="1"/>
        </dgm:presLayoutVars>
      </dgm:prSet>
      <dgm:spPr/>
    </dgm:pt>
    <dgm:pt modelId="{E9C20787-3CFD-40A1-BA60-6163550AFA15}" type="pres">
      <dgm:prSet presAssocID="{D50D9D7D-8793-4BA3-96BA-9B6C2B099C33}" presName="sibTrans" presStyleLbl="sibTrans2D1" presStyleIdx="0" presStyleCnt="4"/>
      <dgm:spPr/>
    </dgm:pt>
    <dgm:pt modelId="{0A45705C-A0E1-44D0-A37A-279E5755D07B}" type="pres">
      <dgm:prSet presAssocID="{D50D9D7D-8793-4BA3-96BA-9B6C2B099C33}" presName="connectorText" presStyleLbl="sibTrans2D1" presStyleIdx="0" presStyleCnt="4"/>
      <dgm:spPr/>
    </dgm:pt>
    <dgm:pt modelId="{52176CD2-20EC-44CD-ADCB-5D89D70C660C}" type="pres">
      <dgm:prSet presAssocID="{D21D5256-2ED9-4B5F-A5A9-E4B4445BED0C}" presName="node" presStyleLbl="node1" presStyleIdx="1" presStyleCnt="5">
        <dgm:presLayoutVars>
          <dgm:bulletEnabled val="1"/>
        </dgm:presLayoutVars>
      </dgm:prSet>
      <dgm:spPr/>
    </dgm:pt>
    <dgm:pt modelId="{712FE516-764D-4B16-ABF3-97F47C3893DF}" type="pres">
      <dgm:prSet presAssocID="{4C1FFAEC-B3B7-4D62-AA36-4742F7325A8C}" presName="sibTrans" presStyleLbl="sibTrans2D1" presStyleIdx="1" presStyleCnt="4"/>
      <dgm:spPr/>
    </dgm:pt>
    <dgm:pt modelId="{FAB86063-D690-4727-971F-E58D9F36889B}" type="pres">
      <dgm:prSet presAssocID="{4C1FFAEC-B3B7-4D62-AA36-4742F7325A8C}" presName="connectorText" presStyleLbl="sibTrans2D1" presStyleIdx="1" presStyleCnt="4"/>
      <dgm:spPr/>
    </dgm:pt>
    <dgm:pt modelId="{8933214C-8D37-4897-8CD7-9C63A8D4135F}" type="pres">
      <dgm:prSet presAssocID="{5702F87E-20B0-4FCC-8FAC-F8A11FE37A7F}" presName="node" presStyleLbl="node1" presStyleIdx="2" presStyleCnt="5">
        <dgm:presLayoutVars>
          <dgm:bulletEnabled val="1"/>
        </dgm:presLayoutVars>
      </dgm:prSet>
      <dgm:spPr/>
    </dgm:pt>
    <dgm:pt modelId="{1DA5D4F9-17BF-45AF-AD90-7C91520E2342}" type="pres">
      <dgm:prSet presAssocID="{9D3135F4-D12B-4E11-974E-806008271B37}" presName="sibTrans" presStyleLbl="sibTrans2D1" presStyleIdx="2" presStyleCnt="4"/>
      <dgm:spPr/>
    </dgm:pt>
    <dgm:pt modelId="{5905E098-45CB-44C1-A2F4-774BA2DACB12}" type="pres">
      <dgm:prSet presAssocID="{9D3135F4-D12B-4E11-974E-806008271B37}" presName="connectorText" presStyleLbl="sibTrans2D1" presStyleIdx="2" presStyleCnt="4"/>
      <dgm:spPr/>
    </dgm:pt>
    <dgm:pt modelId="{31E7CED7-F481-47CB-BDD1-F576CABAF4DF}" type="pres">
      <dgm:prSet presAssocID="{9B468385-6581-464F-AEEB-61E884F91846}" presName="node" presStyleLbl="node1" presStyleIdx="3" presStyleCnt="5" custScaleX="153492">
        <dgm:presLayoutVars>
          <dgm:bulletEnabled val="1"/>
        </dgm:presLayoutVars>
      </dgm:prSet>
      <dgm:spPr/>
    </dgm:pt>
    <dgm:pt modelId="{F3698F84-3EF1-42D3-965E-DA9774C2D541}" type="pres">
      <dgm:prSet presAssocID="{0A81AE81-F672-42DE-994F-8A47EB6F4AC4}" presName="sibTrans" presStyleLbl="sibTrans2D1" presStyleIdx="3" presStyleCnt="4"/>
      <dgm:spPr/>
    </dgm:pt>
    <dgm:pt modelId="{83D6078F-A5E4-465D-BA4B-D548E384043F}" type="pres">
      <dgm:prSet presAssocID="{0A81AE81-F672-42DE-994F-8A47EB6F4AC4}" presName="connectorText" presStyleLbl="sibTrans2D1" presStyleIdx="3" presStyleCnt="4"/>
      <dgm:spPr/>
    </dgm:pt>
    <dgm:pt modelId="{F46125DE-1B8A-4BA0-9B53-269554F9C6BB}" type="pres">
      <dgm:prSet presAssocID="{70C6D99A-08F6-4BFC-BF6E-5FBDCB585DEC}" presName="node" presStyleLbl="node1" presStyleIdx="4" presStyleCnt="5">
        <dgm:presLayoutVars>
          <dgm:bulletEnabled val="1"/>
        </dgm:presLayoutVars>
      </dgm:prSet>
      <dgm:spPr/>
    </dgm:pt>
  </dgm:ptLst>
  <dgm:cxnLst>
    <dgm:cxn modelId="{A09A610E-FCF3-4AD8-8F3A-BE269EAB975E}" type="presOf" srcId="{A15EA3D5-AEC1-4EFF-BA66-A124E73E58A2}" destId="{2F440857-9B28-41B3-8C6E-4892976D63CB}" srcOrd="0" destOrd="0" presId="urn:microsoft.com/office/officeart/2005/8/layout/process1"/>
    <dgm:cxn modelId="{7367AC0E-439A-4FA4-B035-3EB8F2EABF09}" type="presOf" srcId="{70C6D99A-08F6-4BFC-BF6E-5FBDCB585DEC}" destId="{F46125DE-1B8A-4BA0-9B53-269554F9C6BB}" srcOrd="0" destOrd="0" presId="urn:microsoft.com/office/officeart/2005/8/layout/process1"/>
    <dgm:cxn modelId="{E5C81411-A693-4896-9869-902F0AF55959}" srcId="{064D2CE5-67A5-44B1-9135-49EAC2AC70C3}" destId="{A15EA3D5-AEC1-4EFF-BA66-A124E73E58A2}" srcOrd="0" destOrd="0" parTransId="{7ED55D60-43A2-48D3-8DBB-BB35238F8D21}" sibTransId="{D50D9D7D-8793-4BA3-96BA-9B6C2B099C33}"/>
    <dgm:cxn modelId="{010A581F-DAC9-4C6F-A8FC-497CFA0123C2}" type="presOf" srcId="{4C1FFAEC-B3B7-4D62-AA36-4742F7325A8C}" destId="{712FE516-764D-4B16-ABF3-97F47C3893DF}" srcOrd="0" destOrd="0" presId="urn:microsoft.com/office/officeart/2005/8/layout/process1"/>
    <dgm:cxn modelId="{94E24E20-0C71-49C9-9337-35D4B3580F13}" type="presOf" srcId="{D21D5256-2ED9-4B5F-A5A9-E4B4445BED0C}" destId="{52176CD2-20EC-44CD-ADCB-5D89D70C660C}" srcOrd="0" destOrd="0" presId="urn:microsoft.com/office/officeart/2005/8/layout/process1"/>
    <dgm:cxn modelId="{67572B26-1042-4EDF-A523-0E36C140A215}" srcId="{064D2CE5-67A5-44B1-9135-49EAC2AC70C3}" destId="{9B468385-6581-464F-AEEB-61E884F91846}" srcOrd="3" destOrd="0" parTransId="{06226C1E-5E1F-4438-9BA0-3E0862D2C296}" sibTransId="{0A81AE81-F672-42DE-994F-8A47EB6F4AC4}"/>
    <dgm:cxn modelId="{3F067435-971F-4BA2-8F66-BC94C9F573BF}" type="presOf" srcId="{D50D9D7D-8793-4BA3-96BA-9B6C2B099C33}" destId="{0A45705C-A0E1-44D0-A37A-279E5755D07B}" srcOrd="1" destOrd="0" presId="urn:microsoft.com/office/officeart/2005/8/layout/process1"/>
    <dgm:cxn modelId="{99ABA538-01EF-432D-BA2C-CD7F0FD06890}" type="presOf" srcId="{0A81AE81-F672-42DE-994F-8A47EB6F4AC4}" destId="{F3698F84-3EF1-42D3-965E-DA9774C2D541}" srcOrd="0" destOrd="0" presId="urn:microsoft.com/office/officeart/2005/8/layout/process1"/>
    <dgm:cxn modelId="{32F5B06D-B4F3-4DD3-91C9-06FD72F8AFD0}" srcId="{064D2CE5-67A5-44B1-9135-49EAC2AC70C3}" destId="{D21D5256-2ED9-4B5F-A5A9-E4B4445BED0C}" srcOrd="1" destOrd="0" parTransId="{1AD3C4FF-3567-4BFE-ACB2-5B099C43060B}" sibTransId="{4C1FFAEC-B3B7-4D62-AA36-4742F7325A8C}"/>
    <dgm:cxn modelId="{50EAD152-848F-41C8-A1B1-97EB91FCAD58}" type="presOf" srcId="{064D2CE5-67A5-44B1-9135-49EAC2AC70C3}" destId="{BD465C08-39B9-45C1-AC69-72EEAFC8765B}" srcOrd="0" destOrd="0" presId="urn:microsoft.com/office/officeart/2005/8/layout/process1"/>
    <dgm:cxn modelId="{61F0F27B-01CA-4B83-840A-FD04444057E4}" type="presOf" srcId="{0A81AE81-F672-42DE-994F-8A47EB6F4AC4}" destId="{83D6078F-A5E4-465D-BA4B-D548E384043F}" srcOrd="1" destOrd="0" presId="urn:microsoft.com/office/officeart/2005/8/layout/process1"/>
    <dgm:cxn modelId="{463B0A9F-FC65-4899-812F-3A6631FD7D51}" type="presOf" srcId="{9D3135F4-D12B-4E11-974E-806008271B37}" destId="{1DA5D4F9-17BF-45AF-AD90-7C91520E2342}" srcOrd="0" destOrd="0" presId="urn:microsoft.com/office/officeart/2005/8/layout/process1"/>
    <dgm:cxn modelId="{C34A99AA-E549-429B-99C7-0CC2D49D0D3B}" type="presOf" srcId="{D50D9D7D-8793-4BA3-96BA-9B6C2B099C33}" destId="{E9C20787-3CFD-40A1-BA60-6163550AFA15}" srcOrd="0" destOrd="0" presId="urn:microsoft.com/office/officeart/2005/8/layout/process1"/>
    <dgm:cxn modelId="{65945FB2-0D84-4C28-9222-1835DA276F60}" type="presOf" srcId="{9D3135F4-D12B-4E11-974E-806008271B37}" destId="{5905E098-45CB-44C1-A2F4-774BA2DACB12}" srcOrd="1" destOrd="0" presId="urn:microsoft.com/office/officeart/2005/8/layout/process1"/>
    <dgm:cxn modelId="{A68B6BB6-54B8-4BB5-9FFA-032E41EC5E2F}" srcId="{064D2CE5-67A5-44B1-9135-49EAC2AC70C3}" destId="{70C6D99A-08F6-4BFC-BF6E-5FBDCB585DEC}" srcOrd="4" destOrd="0" parTransId="{7AA0D136-EE3C-4F2B-AF70-2863ED77BFA8}" sibTransId="{71EABFEA-D566-4C08-BDA3-112EC30B4806}"/>
    <dgm:cxn modelId="{FA9031C1-256D-41CD-A010-54FDC762A2D4}" type="presOf" srcId="{4C1FFAEC-B3B7-4D62-AA36-4742F7325A8C}" destId="{FAB86063-D690-4727-971F-E58D9F36889B}" srcOrd="1" destOrd="0" presId="urn:microsoft.com/office/officeart/2005/8/layout/process1"/>
    <dgm:cxn modelId="{7E9660C9-5DF4-4F70-BEA9-614C89D7A164}" type="presOf" srcId="{5702F87E-20B0-4FCC-8FAC-F8A11FE37A7F}" destId="{8933214C-8D37-4897-8CD7-9C63A8D4135F}" srcOrd="0" destOrd="0" presId="urn:microsoft.com/office/officeart/2005/8/layout/process1"/>
    <dgm:cxn modelId="{190D84D8-4778-4F7D-B54B-23255DCBB419}" srcId="{064D2CE5-67A5-44B1-9135-49EAC2AC70C3}" destId="{5702F87E-20B0-4FCC-8FAC-F8A11FE37A7F}" srcOrd="2" destOrd="0" parTransId="{5F10E135-7BCF-483F-80F8-8DAE610F0ED2}" sibTransId="{9D3135F4-D12B-4E11-974E-806008271B37}"/>
    <dgm:cxn modelId="{3B3E1EF4-8E1A-4397-83B2-7CA40462CD5B}" type="presOf" srcId="{9B468385-6581-464F-AEEB-61E884F91846}" destId="{31E7CED7-F481-47CB-BDD1-F576CABAF4DF}" srcOrd="0" destOrd="0" presId="urn:microsoft.com/office/officeart/2005/8/layout/process1"/>
    <dgm:cxn modelId="{26E93EB0-45DF-488E-8908-4DA70CF10F11}" type="presParOf" srcId="{BD465C08-39B9-45C1-AC69-72EEAFC8765B}" destId="{2F440857-9B28-41B3-8C6E-4892976D63CB}" srcOrd="0" destOrd="0" presId="urn:microsoft.com/office/officeart/2005/8/layout/process1"/>
    <dgm:cxn modelId="{1E7FB5DE-81B1-48F5-85D3-9E15F982E212}" type="presParOf" srcId="{BD465C08-39B9-45C1-AC69-72EEAFC8765B}" destId="{E9C20787-3CFD-40A1-BA60-6163550AFA15}" srcOrd="1" destOrd="0" presId="urn:microsoft.com/office/officeart/2005/8/layout/process1"/>
    <dgm:cxn modelId="{135D879E-8AB6-486C-9851-C960CB9FB4DE}" type="presParOf" srcId="{E9C20787-3CFD-40A1-BA60-6163550AFA15}" destId="{0A45705C-A0E1-44D0-A37A-279E5755D07B}" srcOrd="0" destOrd="0" presId="urn:microsoft.com/office/officeart/2005/8/layout/process1"/>
    <dgm:cxn modelId="{544DA72B-B37C-4362-B6A1-6E1687F034E6}" type="presParOf" srcId="{BD465C08-39B9-45C1-AC69-72EEAFC8765B}" destId="{52176CD2-20EC-44CD-ADCB-5D89D70C660C}" srcOrd="2" destOrd="0" presId="urn:microsoft.com/office/officeart/2005/8/layout/process1"/>
    <dgm:cxn modelId="{BA0F691A-A231-4FC1-9108-66340D3EC356}" type="presParOf" srcId="{BD465C08-39B9-45C1-AC69-72EEAFC8765B}" destId="{712FE516-764D-4B16-ABF3-97F47C3893DF}" srcOrd="3" destOrd="0" presId="urn:microsoft.com/office/officeart/2005/8/layout/process1"/>
    <dgm:cxn modelId="{08ADC4A7-13C0-43CD-B091-CD0BFE6AE080}" type="presParOf" srcId="{712FE516-764D-4B16-ABF3-97F47C3893DF}" destId="{FAB86063-D690-4727-971F-E58D9F36889B}" srcOrd="0" destOrd="0" presId="urn:microsoft.com/office/officeart/2005/8/layout/process1"/>
    <dgm:cxn modelId="{9C83E5B7-9093-40C5-99E6-4ABAF987532C}" type="presParOf" srcId="{BD465C08-39B9-45C1-AC69-72EEAFC8765B}" destId="{8933214C-8D37-4897-8CD7-9C63A8D4135F}" srcOrd="4" destOrd="0" presId="urn:microsoft.com/office/officeart/2005/8/layout/process1"/>
    <dgm:cxn modelId="{4EECEB7A-11A6-404B-91A4-8BC421D7B7A5}" type="presParOf" srcId="{BD465C08-39B9-45C1-AC69-72EEAFC8765B}" destId="{1DA5D4F9-17BF-45AF-AD90-7C91520E2342}" srcOrd="5" destOrd="0" presId="urn:microsoft.com/office/officeart/2005/8/layout/process1"/>
    <dgm:cxn modelId="{7B1F8848-5AEC-46AE-A392-7635973C04EB}" type="presParOf" srcId="{1DA5D4F9-17BF-45AF-AD90-7C91520E2342}" destId="{5905E098-45CB-44C1-A2F4-774BA2DACB12}" srcOrd="0" destOrd="0" presId="urn:microsoft.com/office/officeart/2005/8/layout/process1"/>
    <dgm:cxn modelId="{DE7B8236-06A0-4EC3-AE10-B6B32E99F1D0}" type="presParOf" srcId="{BD465C08-39B9-45C1-AC69-72EEAFC8765B}" destId="{31E7CED7-F481-47CB-BDD1-F576CABAF4DF}" srcOrd="6" destOrd="0" presId="urn:microsoft.com/office/officeart/2005/8/layout/process1"/>
    <dgm:cxn modelId="{D6CC93B1-3363-4368-8966-9D5764B511E3}" type="presParOf" srcId="{BD465C08-39B9-45C1-AC69-72EEAFC8765B}" destId="{F3698F84-3EF1-42D3-965E-DA9774C2D541}" srcOrd="7" destOrd="0" presId="urn:microsoft.com/office/officeart/2005/8/layout/process1"/>
    <dgm:cxn modelId="{E1593BD3-CE8F-4B73-A80D-ABE407061993}" type="presParOf" srcId="{F3698F84-3EF1-42D3-965E-DA9774C2D541}" destId="{83D6078F-A5E4-465D-BA4B-D548E384043F}" srcOrd="0" destOrd="0" presId="urn:microsoft.com/office/officeart/2005/8/layout/process1"/>
    <dgm:cxn modelId="{E47685DA-9D46-4D6B-9B01-15C1BCC1D7E7}" type="presParOf" srcId="{BD465C08-39B9-45C1-AC69-72EEAFC8765B}" destId="{F46125DE-1B8A-4BA0-9B53-269554F9C6BB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440857-9B28-41B3-8C6E-4892976D63CB}">
      <dsp:nvSpPr>
        <dsp:cNvPr id="0" name=""/>
        <dsp:cNvSpPr/>
      </dsp:nvSpPr>
      <dsp:spPr>
        <a:xfrm>
          <a:off x="671" y="2039999"/>
          <a:ext cx="1386322" cy="133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700" kern="1200" dirty="0"/>
            <a:t>Propose model</a:t>
          </a:r>
          <a:endParaRPr lang="en-GB" sz="1700" kern="1200" dirty="0"/>
        </a:p>
      </dsp:txBody>
      <dsp:txXfrm>
        <a:off x="39879" y="2079207"/>
        <a:ext cx="1307906" cy="1260251"/>
      </dsp:txXfrm>
    </dsp:sp>
    <dsp:sp modelId="{E9C20787-3CFD-40A1-BA60-6163550AFA15}">
      <dsp:nvSpPr>
        <dsp:cNvPr id="0" name=""/>
        <dsp:cNvSpPr/>
      </dsp:nvSpPr>
      <dsp:spPr>
        <a:xfrm>
          <a:off x="1525626" y="2537429"/>
          <a:ext cx="293900" cy="343808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300" kern="1200"/>
        </a:p>
      </dsp:txBody>
      <dsp:txXfrm>
        <a:off x="1525626" y="2606191"/>
        <a:ext cx="205730" cy="206284"/>
      </dsp:txXfrm>
    </dsp:sp>
    <dsp:sp modelId="{52176CD2-20EC-44CD-ADCB-5D89D70C660C}">
      <dsp:nvSpPr>
        <dsp:cNvPr id="0" name=""/>
        <dsp:cNvSpPr/>
      </dsp:nvSpPr>
      <dsp:spPr>
        <a:xfrm>
          <a:off x="1941523" y="2039999"/>
          <a:ext cx="1386322" cy="133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700" kern="1200" dirty="0"/>
            <a:t>Set/</a:t>
          </a:r>
          <a:r>
            <a:rPr lang="da-DK" sz="1700" kern="1200" dirty="0" err="1"/>
            <a:t>change</a:t>
          </a:r>
          <a:r>
            <a:rPr lang="da-DK" sz="1700" kern="1200" dirty="0"/>
            <a:t> model parameter </a:t>
          </a:r>
          <a:r>
            <a:rPr lang="da-DK" sz="1700" kern="1200" dirty="0" err="1"/>
            <a:t>values</a:t>
          </a:r>
          <a:endParaRPr lang="en-GB" sz="1700" kern="1200" dirty="0"/>
        </a:p>
      </dsp:txBody>
      <dsp:txXfrm>
        <a:off x="1980731" y="2079207"/>
        <a:ext cx="1307906" cy="1260251"/>
      </dsp:txXfrm>
    </dsp:sp>
    <dsp:sp modelId="{712FE516-764D-4B16-ABF3-97F47C3893DF}">
      <dsp:nvSpPr>
        <dsp:cNvPr id="0" name=""/>
        <dsp:cNvSpPr/>
      </dsp:nvSpPr>
      <dsp:spPr>
        <a:xfrm>
          <a:off x="3466478" y="2537429"/>
          <a:ext cx="293900" cy="343808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300" kern="1200"/>
        </a:p>
      </dsp:txBody>
      <dsp:txXfrm>
        <a:off x="3466478" y="2606191"/>
        <a:ext cx="205730" cy="206284"/>
      </dsp:txXfrm>
    </dsp:sp>
    <dsp:sp modelId="{8933214C-8D37-4897-8CD7-9C63A8D4135F}">
      <dsp:nvSpPr>
        <dsp:cNvPr id="0" name=""/>
        <dsp:cNvSpPr/>
      </dsp:nvSpPr>
      <dsp:spPr>
        <a:xfrm>
          <a:off x="3882375" y="2039999"/>
          <a:ext cx="1386322" cy="133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700" kern="1200" dirty="0" err="1"/>
            <a:t>Calculate</a:t>
          </a:r>
          <a:r>
            <a:rPr lang="da-DK" sz="1700" kern="1200" dirty="0"/>
            <a:t> model data</a:t>
          </a:r>
          <a:endParaRPr lang="en-GB" sz="1700" kern="1200" dirty="0"/>
        </a:p>
      </dsp:txBody>
      <dsp:txXfrm>
        <a:off x="3921583" y="2079207"/>
        <a:ext cx="1307906" cy="1260251"/>
      </dsp:txXfrm>
    </dsp:sp>
    <dsp:sp modelId="{1DA5D4F9-17BF-45AF-AD90-7C91520E2342}">
      <dsp:nvSpPr>
        <dsp:cNvPr id="0" name=""/>
        <dsp:cNvSpPr/>
      </dsp:nvSpPr>
      <dsp:spPr>
        <a:xfrm>
          <a:off x="5407330" y="2537429"/>
          <a:ext cx="293900" cy="343808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300" kern="1200"/>
        </a:p>
      </dsp:txBody>
      <dsp:txXfrm>
        <a:off x="5407330" y="2606191"/>
        <a:ext cx="205730" cy="206284"/>
      </dsp:txXfrm>
    </dsp:sp>
    <dsp:sp modelId="{31E7CED7-F481-47CB-BDD1-F576CABAF4DF}">
      <dsp:nvSpPr>
        <dsp:cNvPr id="0" name=""/>
        <dsp:cNvSpPr/>
      </dsp:nvSpPr>
      <dsp:spPr>
        <a:xfrm>
          <a:off x="5823227" y="2039999"/>
          <a:ext cx="2127894" cy="133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700" kern="1200" dirty="0" err="1"/>
            <a:t>Compare</a:t>
          </a:r>
          <a:r>
            <a:rPr lang="da-DK" sz="1700" kern="1200" dirty="0"/>
            <a:t> model data to </a:t>
          </a:r>
          <a:r>
            <a:rPr lang="da-DK" sz="1700" kern="1200" dirty="0" err="1"/>
            <a:t>experimental</a:t>
          </a:r>
          <a:r>
            <a:rPr lang="da-DK" sz="1700" kern="1200" dirty="0"/>
            <a:t> data</a:t>
          </a:r>
          <a:endParaRPr lang="en-GB" sz="1700" kern="1200" dirty="0"/>
        </a:p>
      </dsp:txBody>
      <dsp:txXfrm>
        <a:off x="5862435" y="2079207"/>
        <a:ext cx="2049478" cy="1260251"/>
      </dsp:txXfrm>
    </dsp:sp>
    <dsp:sp modelId="{F3698F84-3EF1-42D3-965E-DA9774C2D541}">
      <dsp:nvSpPr>
        <dsp:cNvPr id="0" name=""/>
        <dsp:cNvSpPr/>
      </dsp:nvSpPr>
      <dsp:spPr>
        <a:xfrm>
          <a:off x="8089754" y="2537429"/>
          <a:ext cx="293900" cy="343808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300" kern="1200"/>
        </a:p>
      </dsp:txBody>
      <dsp:txXfrm>
        <a:off x="8089754" y="2606191"/>
        <a:ext cx="205730" cy="206284"/>
      </dsp:txXfrm>
    </dsp:sp>
    <dsp:sp modelId="{F46125DE-1B8A-4BA0-9B53-269554F9C6BB}">
      <dsp:nvSpPr>
        <dsp:cNvPr id="0" name=""/>
        <dsp:cNvSpPr/>
      </dsp:nvSpPr>
      <dsp:spPr>
        <a:xfrm>
          <a:off x="8505650" y="2039999"/>
          <a:ext cx="1386322" cy="133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700" kern="1200" dirty="0"/>
            <a:t>Stop</a:t>
          </a:r>
          <a:endParaRPr lang="en-GB" sz="1700" kern="1200" dirty="0"/>
        </a:p>
      </dsp:txBody>
      <dsp:txXfrm>
        <a:off x="8544858" y="2079207"/>
        <a:ext cx="1307906" cy="12602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16F17-FF12-814E-936A-620B3383A43B}" type="datetimeFigureOut">
              <a:rPr lang="sv-SE" smtClean="0"/>
              <a:t>2025-08-28</a:t>
            </a:fld>
            <a:endParaRPr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E5A434-646A-2746-9BDC-885B2382B33E}" type="slidenum">
              <a:rPr lang="sv-SE"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1822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2087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CB2A7-92EE-A588-C246-78CDA3CA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9E86C-CC17-2C76-7C58-0C0762F154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04B81-7856-81E9-1AA1-5EE6FF87E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05F99-5EDA-DC3B-869D-AF026EFA32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50164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16D54-2DCE-DAB0-AEC4-3B5BC2FA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A58528-FD43-4E4B-7EF4-D3712E2BB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C53F8D-E686-4BAB-194A-21414EFFF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332E4-D2A6-879E-D1DB-14D9032286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350137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CE6E6-EDBA-BF56-00BA-0F581B601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2AD3C-45CD-E4DF-EA8D-58741F38F6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D76D07-EBD8-CBE9-9A88-9C14C382D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518E4-FDBA-96BA-F9B5-C9E3C2901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17173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29CF6-B4F0-2797-EFB5-B3AC4412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B4291-BB16-705B-13B0-EA97CBCFF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B95BF-9D3D-793B-389C-13A769101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7A379-898B-9C27-53AA-4E0CECD4E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815280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1E24-399E-F42C-9A8B-A21FFD050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954D9-3546-0297-C62E-FA2D239A22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5E4DAF-3BD6-A92A-1624-E8F317F82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67DDC-5C47-1D6F-7B2F-662C9575D9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3039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6CACA-AA0E-7715-4DD5-6E6B4D74F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35851-5A99-B8B2-BF98-DD3EA16C7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43D67-4F2D-225E-51D1-45860E1B2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6C874-10EC-109E-CF18-4F16AA6D17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56369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31D90-22BC-10B2-4A2D-05B720AF7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EE191-B226-4BAB-BA72-FF92A0011B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7066E-E782-C7D6-9910-222C97CD9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CEB51-7FE6-9A54-759A-525BE974E9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92991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133B7-EF34-5BA6-D079-F20680DD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B3632-F99E-2E97-6DFA-A1E75698C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6A60D-E8CA-9D39-FB14-EF1F21BD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68AACA-45C1-07CF-E474-4945B5B92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3119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3CBC6-18BE-6FF8-559F-32596BC7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C4CE45-2F59-E5D4-B639-AA29A2E7D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F6EB5-753D-4D14-8C81-208CD0BFB5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495C9-0F76-5A34-DD5F-79AB17D6E7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398401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8EA41-0849-FAA2-41F6-4E304FFED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46577-374A-A66B-7168-B92D9574DE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81D19C-AF66-2180-8D21-FECF33C33A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281C1-C56F-B094-3CFC-81CFFD0D6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65135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FD6C0-D63D-64C6-2808-14E396F2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CDB65-6810-3CCC-72C2-6D32B35D9E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919F8C-48F3-5BDD-058A-1E1C2B9EA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49D59-998E-5FE9-89EF-2D7B488B2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71765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C2BC6-8D2E-E356-6DD5-F89F767EF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02EC24-5765-1B96-381F-3C8108247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FA7AB8-E5A9-3A55-822C-08AAACE96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8675B4-634E-5FEA-E3D8-592D4B0F5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503146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B2EFC-876F-BC6A-02B3-6454AFB28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664F51-1166-5BBE-FF92-85D56083A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EBCDA-EE90-127A-A370-72CF02D64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A983E-1580-2ADF-728B-96E095D43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35410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A3F01-315F-0EF1-4642-5BB11AFC2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CCB948-F674-09FE-16B9-C65E94163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0322F-ED60-7E25-B0D1-3B4E29FFF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83D81-8A9F-DD98-567A-64F8E23E1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774954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A6809-B18A-E65F-F3E8-CFCEC95F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A0B5A1-B897-ED8F-BC10-96DEF13F23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8249C5-9763-F22E-AC1B-5373ADC59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2C81F-A515-B2DB-8D9E-773E93379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1878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1A88-FC05-C74C-5541-F73C80004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6CA73-0CCC-5588-9C7D-F89DA90F2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D18E3-8365-C30F-8719-58568542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0C2A-2F3E-2247-FDB2-7D95BBF38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19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336471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6799-2E83-6EFA-D86A-D23B913D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815531-5E6D-00E7-59DC-8EACA79A6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361FD-46E6-483B-764C-539DE6067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2C974-FA43-FE06-E0CE-121F8F4621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20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833451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C898B-4E45-CFC4-8519-8EA161335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2E9BC-2334-189D-82D1-9CD958758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2EC4AB-6A58-92A5-DACC-D7209326A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62911-0C9E-39E6-6D5E-11743130D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24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337430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ABA2B-8AEE-66E4-3282-C1C99D19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BD732C-9EB7-064B-DF0E-D5C532E7E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FA19AD-6A5E-4B59-2E65-A4C03617A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9F1A2-9161-07C7-14D9-09644BCB5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25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845270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97F59-2F0A-8EFD-9F91-0A949B0B0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ABB97F-5971-5DB5-0F4C-DAC9C35230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C361D-3A97-EE07-EAA5-E62807B38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38E27-4BFF-B612-EB4A-49DFC98EB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26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186890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85A59-A671-4FCD-9A45-ABBDAB8E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052226-4894-65D6-C7CB-DFDE75879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7C44A-0278-4F8E-DCA7-E3A8B52506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21D90-CD8E-B74B-F7B9-9DF4533D4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E5A434-646A-2746-9BDC-885B2382B33E}" type="slidenum">
              <a:rPr lang="sv-SE" smtClean="0"/>
              <a:t>27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53172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5105BBA5-0B01-43EB-96EC-725AF28E5A8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B3141B3-566C-47FF-8C29-67289995D2FA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B965145F-CDA4-4965-A7C5-ACBA59393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03069" y="1048935"/>
            <a:ext cx="8872165" cy="476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485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-2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81DF3056-F3A8-2949-876C-528413E34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395" y="3883393"/>
            <a:ext cx="8640000" cy="921363"/>
          </a:xfrm>
          <a:prstGeom prst="rect">
            <a:avLst/>
          </a:prstGeom>
        </p:spPr>
        <p:txBody>
          <a:bodyPr lIns="9000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5" name="Platshållare för text 14">
            <a:extLst>
              <a:ext uri="{FF2B5EF4-FFF2-40B4-BE49-F238E27FC236}">
                <a16:creationId xmlns:a16="http://schemas.microsoft.com/office/drawing/2014/main" id="{EA5DA2EE-60AD-41D0-96B0-DDF02E0AE5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30395" y="5605695"/>
            <a:ext cx="6290892" cy="459883"/>
          </a:xfrm>
          <a:prstGeom prst="rect">
            <a:avLst/>
          </a:prstGeom>
        </p:spPr>
        <p:txBody>
          <a:bodyPr lIns="90000" tIns="18000" bIns="3600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 strike="noStrike" cap="all" spc="1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presented by &lt;name nameson&gt;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5CE429DE-35D4-F144-9881-2C3DD8AB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30395" y="6096663"/>
            <a:ext cx="1241068" cy="365125"/>
          </a:xfrm>
        </p:spPr>
        <p:txBody>
          <a:bodyPr/>
          <a:lstStyle>
            <a:lvl1pPr>
              <a:defRPr sz="1200"/>
            </a:lvl1pPr>
          </a:lstStyle>
          <a:p>
            <a:fld id="{18896B66-0B3A-474C-9C9C-E4F07B1F5DAD}" type="datetime1">
              <a:rPr lang="sv-SE" smtClean="0"/>
              <a:pPr/>
              <a:t>2025-08-28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0138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ktangel 8">
            <a:extLst>
              <a:ext uri="{FF2B5EF4-FFF2-40B4-BE49-F238E27FC236}">
                <a16:creationId xmlns:a16="http://schemas.microsoft.com/office/drawing/2014/main" id="{9BCCEAFE-E21B-43CF-80C4-FF01C3F9D479}"/>
              </a:ext>
            </a:extLst>
          </p:cNvPr>
          <p:cNvSpPr/>
          <p:nvPr userDrawn="1"/>
        </p:nvSpPr>
        <p:spPr>
          <a:xfrm>
            <a:off x="0" y="16274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PRESENTATION </a:t>
            </a:r>
            <a:r>
              <a:rPr lang="sv-SE" dirty="0" err="1"/>
              <a:t>TITLe</a:t>
            </a:r>
            <a:r>
              <a:rPr lang="sv-SE" dirty="0"/>
              <a:t>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Bildobjekt 11">
            <a:extLst>
              <a:ext uri="{FF2B5EF4-FFF2-40B4-BE49-F238E27FC236}">
                <a16:creationId xmlns:a16="http://schemas.microsoft.com/office/drawing/2014/main" id="{6426DF26-09C3-4DAE-B43E-0C11D6A635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1" name="Platshållare för text 10">
            <a:extLst>
              <a:ext uri="{FF2B5EF4-FFF2-40B4-BE49-F238E27FC236}">
                <a16:creationId xmlns:a16="http://schemas.microsoft.com/office/drawing/2014/main" id="{5C48DF05-1B09-4DA6-AC56-07304871CC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5647" y="1640719"/>
            <a:ext cx="10042073" cy="4375520"/>
          </a:xfrm>
        </p:spPr>
        <p:txBody>
          <a:bodyPr>
            <a:noAutofit/>
          </a:bodyPr>
          <a:lstStyle>
            <a:lvl1pPr marL="457200" indent="-457200">
              <a:buClr>
                <a:schemeClr val="bg1"/>
              </a:buClr>
              <a:buFont typeface="+mj-lt"/>
              <a:buAutoNum type="arabicPeriod"/>
              <a:defRPr>
                <a:solidFill>
                  <a:schemeClr val="bg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Platshållare för datum 3">
            <a:extLst>
              <a:ext uri="{FF2B5EF4-FFF2-40B4-BE49-F238E27FC236}">
                <a16:creationId xmlns:a16="http://schemas.microsoft.com/office/drawing/2014/main" id="{04D3287D-3E21-D845-8766-C307E676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53988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/br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ktangel 5">
            <a:extLst>
              <a:ext uri="{FF2B5EF4-FFF2-40B4-BE49-F238E27FC236}">
                <a16:creationId xmlns:a16="http://schemas.microsoft.com/office/drawing/2014/main" id="{250D024A-8F85-4618-9506-0F493B263A92}"/>
              </a:ext>
            </a:extLst>
          </p:cNvPr>
          <p:cNvSpPr/>
          <p:nvPr userDrawn="1"/>
        </p:nvSpPr>
        <p:spPr>
          <a:xfrm>
            <a:off x="0" y="0"/>
            <a:ext cx="647771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628E18C2-A66E-436E-89DA-1C5D481CB4B4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7712" y="0"/>
            <a:ext cx="5714288" cy="6858000"/>
          </a:xfrm>
          <a:solidFill>
            <a:srgbClr val="ECECEC"/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F55DE042-7DE8-4583-986C-4082375307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30491" y="1051132"/>
            <a:ext cx="4255909" cy="829149"/>
          </a:xfrm>
        </p:spPr>
        <p:txBody>
          <a:bodyPr rIns="18000" anchor="b" anchorCtr="0"/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# (chapter)</a:t>
            </a:r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1DC53C5B-9DC3-4646-B6B3-DD59404D44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30491" y="2169209"/>
            <a:ext cx="4255909" cy="2462613"/>
          </a:xfrm>
        </p:spPr>
        <p:txBody>
          <a:bodyPr rIns="18000" anchor="t" anchorCtr="0"/>
          <a:lstStyle>
            <a:lvl1pPr marL="0" indent="0">
              <a:spcBef>
                <a:spcPts val="0"/>
              </a:spcBef>
              <a:buFontTx/>
              <a:buNone/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254649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5917406D-4BE3-3B4C-BCFF-41B4F0FAB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9365782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13" name="Platshållare för datum 3">
            <a:extLst>
              <a:ext uri="{FF2B5EF4-FFF2-40B4-BE49-F238E27FC236}">
                <a16:creationId xmlns:a16="http://schemas.microsoft.com/office/drawing/2014/main" id="{3E8E36C4-8565-B94E-A90D-FF5DD7F86A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8008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58775" indent="-2159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BA21051E-3C35-41FB-8E6B-797DB8F2697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73692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2865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154C1432-4F85-1F42-8016-9B83B89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13510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975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3" name="Platshållare för innehåll 2">
            <a:extLst>
              <a:ext uri="{FF2B5EF4-FFF2-40B4-BE49-F238E27FC236}">
                <a16:creationId xmlns:a16="http://schemas.microsoft.com/office/drawing/2014/main" id="{B2D0E559-A900-41F3-93C5-387A7764A15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605297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39750" indent="-19685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7" name="Platshållare för innehåll 2">
            <a:extLst>
              <a:ext uri="{FF2B5EF4-FFF2-40B4-BE49-F238E27FC236}">
                <a16:creationId xmlns:a16="http://schemas.microsoft.com/office/drawing/2014/main" id="{E4E99B3B-ADB3-4D1A-9A7F-AA1B8528E6C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16194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F91A8E7B-C629-D343-8A83-7EB0ADF608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67666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16B191E2-1C71-4B4C-B562-DD793673C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73813" y="1562100"/>
            <a:ext cx="4994275" cy="476885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FontTx/>
              <a:buNone/>
              <a:defRPr sz="800">
                <a:solidFill>
                  <a:srgbClr val="666666"/>
                </a:solidFill>
              </a:defRPr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 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BC4F3A85-66E6-412A-97CD-99D922EFBEE2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Bildobjekt 12">
            <a:extLst>
              <a:ext uri="{FF2B5EF4-FFF2-40B4-BE49-F238E27FC236}">
                <a16:creationId xmlns:a16="http://schemas.microsoft.com/office/drawing/2014/main" id="{506E76ED-0FF0-4A03-8EB9-06B57B12E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5D496E45-863B-704B-B14F-5E0F58578D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6655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. Full wid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 dirty="0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Rubrik 1">
            <a:extLst>
              <a:ext uri="{FF2B5EF4-FFF2-40B4-BE49-F238E27FC236}">
                <a16:creationId xmlns:a16="http://schemas.microsoft.com/office/drawing/2014/main" id="{8F5BB748-C0D0-CB4F-BA93-7488E4BA7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Image </a:t>
            </a:r>
            <a:r>
              <a:rPr lang="sv-SE" dirty="0" err="1"/>
              <a:t>title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532865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A591D-7BEE-2A48-BD08-DCDF3D90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7" name="Platshållare för diagram 6">
            <a:extLst>
              <a:ext uri="{FF2B5EF4-FFF2-40B4-BE49-F238E27FC236}">
                <a16:creationId xmlns:a16="http://schemas.microsoft.com/office/drawing/2014/main" id="{FA784AEE-BB11-4271-AB33-DE077410560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103313" y="1657350"/>
            <a:ext cx="7767637" cy="44450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GB"/>
              <a:t>Click icon to add chart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1755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8" name="Platshållare för tabell 7">
            <a:extLst>
              <a:ext uri="{FF2B5EF4-FFF2-40B4-BE49-F238E27FC236}">
                <a16:creationId xmlns:a16="http://schemas.microsoft.com/office/drawing/2014/main" id="{489D1BD7-202A-4115-BE6C-1B053CFFDE1E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1103313" y="1614488"/>
            <a:ext cx="9359900" cy="44069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GB"/>
              <a:t>Click icon to add table</a:t>
            </a:r>
            <a:endParaRPr lang="sv-SE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EF177138-95E5-674B-B010-143A8CD14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22518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0" y="388593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796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1532B06-EA3A-AA45-A1FA-C8E1873FD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81999"/>
            <a:ext cx="9478393" cy="657340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6E4D6F2-5CFB-9D4E-AED8-120937FE25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95647" y="6483583"/>
            <a:ext cx="8326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spc="80" baseline="0">
                <a:solidFill>
                  <a:srgbClr val="CCCCCC"/>
                </a:solidFill>
              </a:defRPr>
            </a:lvl1pPr>
          </a:lstStyle>
          <a:p>
            <a:fld id="{926FFDD8-E9D5-414B-9D01-E73C6B8A8FCA}" type="datetime1">
              <a:rPr lang="sv-SE" smtClean="0"/>
              <a:t>2025-08-28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15FD9D7-4C35-3343-B008-A413FF500A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3244" y="648358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80" baseline="0">
                <a:solidFill>
                  <a:srgbClr val="CCCCCC"/>
                </a:solidFill>
              </a:defRPr>
            </a:lvl1pPr>
          </a:lstStyle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F6B396D-270A-E047-8DAD-6D51B53CA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5292" y="648358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CD0A89FF-22DC-4B6A-B9ED-60B2F32ED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5894" y="1561865"/>
            <a:ext cx="9561022" cy="4565397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825848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49" r:id="rId2"/>
    <p:sldLayoutId id="2147483665" r:id="rId3"/>
    <p:sldLayoutId id="2147483667" r:id="rId4"/>
    <p:sldLayoutId id="2147483669" r:id="rId5"/>
    <p:sldLayoutId id="2147483650" r:id="rId6"/>
    <p:sldLayoutId id="2147483668" r:id="rId7"/>
    <p:sldLayoutId id="2147483662" r:id="rId8"/>
    <p:sldLayoutId id="2147483664" r:id="rId9"/>
    <p:sldLayoutId id="2147483663" r:id="rId10"/>
    <p:sldLayoutId id="2147483666" r:id="rId11"/>
    <p:sldLayoutId id="214748367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rgbClr val="666666"/>
          </a:solidFill>
          <a:latin typeface="+mj-lt"/>
          <a:ea typeface="+mj-ea"/>
          <a:cs typeface="+mj-cs"/>
        </a:defRPr>
      </a:lvl1pPr>
    </p:titleStyle>
    <p:bodyStyle>
      <a:lvl1pPr marL="101600" indent="-101600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Segoe UI" panose="020B0502040204020203" pitchFamily="34" charset="0"/>
        <a:buChar char=" "/>
        <a:defRPr sz="2000" kern="1200">
          <a:solidFill>
            <a:srgbClr val="666666"/>
          </a:solidFill>
          <a:latin typeface="+mn-lt"/>
          <a:ea typeface="+mn-ea"/>
          <a:cs typeface="+mn-cs"/>
        </a:defRPr>
      </a:lvl1pPr>
      <a:lvl2pPr marL="315913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Wingdings" panose="05000000000000000000" pitchFamily="2" charset="2"/>
        <a:buChar char=""/>
        <a:defRPr sz="2000" kern="1200">
          <a:solidFill>
            <a:srgbClr val="666666"/>
          </a:solidFill>
          <a:latin typeface="+mn-lt"/>
          <a:ea typeface="+mn-ea"/>
          <a:cs typeface="+mn-cs"/>
        </a:defRPr>
      </a:lvl2pPr>
      <a:lvl3pPr marL="582613" indent="-2508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800" kern="1200">
          <a:solidFill>
            <a:srgbClr val="666666"/>
          </a:solidFill>
          <a:latin typeface="+mn-lt"/>
          <a:ea typeface="+mn-ea"/>
          <a:cs typeface="+mn-cs"/>
        </a:defRPr>
      </a:lvl3pPr>
      <a:lvl4pPr marL="839788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600" kern="1200">
          <a:solidFill>
            <a:srgbClr val="666666"/>
          </a:solidFill>
          <a:latin typeface="+mn-lt"/>
          <a:ea typeface="+mn-ea"/>
          <a:cs typeface="+mn-cs"/>
        </a:defRPr>
      </a:lvl4pPr>
      <a:lvl5pPr marL="1055688" indent="-2000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400" kern="1200">
          <a:solidFill>
            <a:srgbClr val="6666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2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microsoft.com/office/2007/relationships/hdphoto" Target="../media/hdphoto1.wdp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9AA054A-EADB-4AE7-83B8-F4165F256397}"/>
              </a:ext>
            </a:extLst>
          </p:cNvPr>
          <p:cNvSpPr/>
          <p:nvPr/>
        </p:nvSpPr>
        <p:spPr>
          <a:xfrm>
            <a:off x="156510" y="7327303"/>
            <a:ext cx="12192001" cy="6858000"/>
          </a:xfrm>
          <a:prstGeom prst="rect">
            <a:avLst/>
          </a:prstGeom>
          <a:gradFill flip="none" rotWithShape="1">
            <a:gsLst>
              <a:gs pos="54000">
                <a:schemeClr val="accent1">
                  <a:lumMod val="81000"/>
                  <a:alpha val="92000"/>
                </a:schemeClr>
              </a:gs>
              <a:gs pos="0">
                <a:schemeClr val="accent1"/>
              </a:gs>
              <a:gs pos="97000">
                <a:schemeClr val="accent1">
                  <a:lumMod val="98000"/>
                  <a:alpha val="73000"/>
                </a:schemeClr>
              </a:gs>
            </a:gsLst>
            <a:path path="rect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67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3145CF3-C12C-4347-8E68-43E7983404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041400"/>
            <a:ext cx="8640000" cy="2387600"/>
          </a:xfrm>
        </p:spPr>
        <p:txBody>
          <a:bodyPr/>
          <a:lstStyle/>
          <a:p>
            <a:r>
              <a:rPr lang="en-GB" dirty="0">
                <a:latin typeface="Segoe UI Black" panose="020B0A02040204020203" pitchFamily="34" charset="0"/>
                <a:ea typeface="Segoe UI Black" panose="020B0A02040204020203" pitchFamily="34" charset="0"/>
              </a:rPr>
              <a:t>DMSC Summer School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D51EF2D-F832-4781-89C3-3F5E4843BF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395" y="3555999"/>
            <a:ext cx="8640000" cy="921363"/>
          </a:xfrm>
        </p:spPr>
        <p:txBody>
          <a:bodyPr/>
          <a:lstStyle/>
          <a:p>
            <a:r>
              <a:rPr lang="en-GB" sz="32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Data Analysis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D26DA0E2-82BB-493E-9B68-2D93A245C5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30395" y="5308847"/>
            <a:ext cx="6290892" cy="756731"/>
          </a:xfrm>
        </p:spPr>
        <p:txBody>
          <a:bodyPr/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Christian Dam Vedel</a:t>
            </a:r>
          </a:p>
          <a:p>
            <a:r>
              <a:rPr lang="en-GB" dirty="0">
                <a:latin typeface="Segoe UI Light" panose="020B0502040204020203" pitchFamily="34" charset="0"/>
                <a:cs typeface="Segoe UI Light" panose="020B0502040204020203" pitchFamily="34" charset="0"/>
              </a:rPr>
              <a:t>Imaging analysis software developer</a:t>
            </a:r>
          </a:p>
          <a:p>
            <a:r>
              <a:rPr lang="en-GB" dirty="0">
                <a:latin typeface="Segoe UI Light" panose="020B0502040204020203" pitchFamily="34" charset="0"/>
                <a:cs typeface="Segoe UI Light" panose="020B0502040204020203" pitchFamily="34" charset="0"/>
              </a:rPr>
              <a:t>Christian.Vedel@ess.eu</a:t>
            </a:r>
          </a:p>
          <a:p>
            <a:r>
              <a:rPr lang="en-GB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(he/him)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30E777A6-9513-43F3-BB24-ED0539ADDD8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930395" y="6117873"/>
            <a:ext cx="3215183" cy="459883"/>
          </a:xfrm>
        </p:spPr>
        <p:txBody>
          <a:bodyPr/>
          <a:lstStyle/>
          <a:p>
            <a:r>
              <a:rPr lang="en-GB" sz="1200" b="1" dirty="0">
                <a:solidFill>
                  <a:schemeClr val="bg1"/>
                </a:solidFill>
              </a:rPr>
              <a:t>2025-08-28</a:t>
            </a:r>
          </a:p>
        </p:txBody>
      </p:sp>
      <p:sp>
        <p:nvSpPr>
          <p:cNvPr id="6" name="Underrubrik 2">
            <a:extLst>
              <a:ext uri="{FF2B5EF4-FFF2-40B4-BE49-F238E27FC236}">
                <a16:creationId xmlns:a16="http://schemas.microsoft.com/office/drawing/2014/main" id="{AEC199C3-1700-D248-7F14-27D5B19BB97D}"/>
              </a:ext>
            </a:extLst>
          </p:cNvPr>
          <p:cNvSpPr txBox="1">
            <a:spLocks/>
          </p:cNvSpPr>
          <p:nvPr/>
        </p:nvSpPr>
        <p:spPr>
          <a:xfrm>
            <a:off x="1930395" y="4120165"/>
            <a:ext cx="8640000" cy="921363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666666"/>
              </a:buClr>
              <a:buFont typeface="Segoe UI" panose="020B0502040204020203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Wingdings" panose="05000000000000000000" pitchFamily="2" charset="2"/>
              <a:buNone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None/>
              <a:defRPr sz="18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None/>
              <a:defRPr sz="16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None/>
              <a:defRPr sz="16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i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A Probabilistic Perspective</a:t>
            </a:r>
          </a:p>
        </p:txBody>
      </p:sp>
    </p:spTree>
    <p:extLst>
      <p:ext uri="{BB962C8B-B14F-4D97-AF65-F5344CB8AC3E}">
        <p14:creationId xmlns:p14="http://schemas.microsoft.com/office/powerpoint/2010/main" val="214199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AE7E0-5521-79B4-90DE-78DD2EE75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Model-dependent analysis is used to interpret nearly all neutron scattering techniques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18359-6155-BA0D-536E-3039E143E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3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786538A-2081-1CF2-1614-21B605042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44EAD8-2CA2-6F00-DAC5-A94F83D1F565}"/>
              </a:ext>
            </a:extLst>
          </p:cNvPr>
          <p:cNvSpPr/>
          <p:nvPr/>
        </p:nvSpPr>
        <p:spPr>
          <a:xfrm>
            <a:off x="6645452" y="2079436"/>
            <a:ext cx="1793631" cy="2831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25" name="Diagram 24">
            <a:extLst>
              <a:ext uri="{FF2B5EF4-FFF2-40B4-BE49-F238E27FC236}">
                <a16:creationId xmlns:a16="http://schemas.microsoft.com/office/drawing/2014/main" id="{2A7C7058-C189-584F-D1B9-E6A3907591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6155037"/>
              </p:ext>
            </p:extLst>
          </p:nvPr>
        </p:nvGraphicFramePr>
        <p:xfrm>
          <a:off x="1195646" y="720241"/>
          <a:ext cx="9892645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4" name="Arrow: Circular 43">
            <a:extLst>
              <a:ext uri="{FF2B5EF4-FFF2-40B4-BE49-F238E27FC236}">
                <a16:creationId xmlns:a16="http://schemas.microsoft.com/office/drawing/2014/main" id="{3C0E6CFE-27AB-43F1-88CA-D52C4C655D54}"/>
              </a:ext>
            </a:extLst>
          </p:cNvPr>
          <p:cNvSpPr/>
          <p:nvPr/>
        </p:nvSpPr>
        <p:spPr>
          <a:xfrm flipH="1" flipV="1">
            <a:off x="3453412" y="856216"/>
            <a:ext cx="5081249" cy="4554245"/>
          </a:xfrm>
          <a:prstGeom prst="circularArrow">
            <a:avLst>
              <a:gd name="adj1" fmla="val 1673"/>
              <a:gd name="adj2" fmla="val 198984"/>
              <a:gd name="adj3" fmla="val 19625505"/>
              <a:gd name="adj4" fmla="val 12575511"/>
              <a:gd name="adj5" fmla="val 1952"/>
            </a:avLst>
          </a:prstGeom>
          <a:gradFill>
            <a:gsLst>
              <a:gs pos="0">
                <a:schemeClr val="accent1">
                  <a:tint val="60000"/>
                  <a:hueOff val="0"/>
                  <a:satOff val="0"/>
                  <a:lumOff val="0"/>
                  <a:alphaOff val="0"/>
                  <a:satMod val="103000"/>
                  <a:lumMod val="102000"/>
                  <a:tint val="94000"/>
                </a:schemeClr>
              </a:gs>
              <a:gs pos="50000">
                <a:schemeClr val="accent1">
                  <a:tint val="60000"/>
                  <a:hueOff val="0"/>
                  <a:satOff val="0"/>
                  <a:lumOff val="0"/>
                  <a:alphaOff val="0"/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tint val="60000"/>
                  <a:hueOff val="0"/>
                  <a:satOff val="0"/>
                  <a:lumOff val="0"/>
                  <a:alphaOff val="0"/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effectLst>
            <a:outerShdw blurRad="57150" dist="19050" dir="5400000" algn="tl" rotWithShape="0">
              <a:prstClr val="black">
                <a:alpha val="63000"/>
              </a:prstClr>
            </a:outerShdw>
          </a:effectLst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A3D0B60-69D9-DC2F-4721-FE83268556DD}"/>
              </a:ext>
            </a:extLst>
          </p:cNvPr>
          <p:cNvGrpSpPr/>
          <p:nvPr/>
        </p:nvGrpSpPr>
        <p:grpSpPr>
          <a:xfrm>
            <a:off x="1780193" y="2158738"/>
            <a:ext cx="8683516" cy="2121031"/>
            <a:chOff x="1780193" y="2158738"/>
            <a:chExt cx="8683516" cy="2121031"/>
          </a:xfrm>
        </p:grpSpPr>
        <p:sp>
          <p:nvSpPr>
            <p:cNvPr id="45" name="Arrow: Circular 44">
              <a:extLst>
                <a:ext uri="{FF2B5EF4-FFF2-40B4-BE49-F238E27FC236}">
                  <a16:creationId xmlns:a16="http://schemas.microsoft.com/office/drawing/2014/main" id="{2CFEF355-8006-4D82-3078-BC9CD6A2E12D}"/>
                </a:ext>
              </a:extLst>
            </p:cNvPr>
            <p:cNvSpPr/>
            <p:nvPr/>
          </p:nvSpPr>
          <p:spPr>
            <a:xfrm>
              <a:off x="3870000" y="2158738"/>
              <a:ext cx="2089549" cy="1987265"/>
            </a:xfrm>
            <a:prstGeom prst="circularArrow">
              <a:avLst>
                <a:gd name="adj1" fmla="val 1673"/>
                <a:gd name="adj2" fmla="val 198984"/>
                <a:gd name="adj3" fmla="val 19625505"/>
                <a:gd name="adj4" fmla="val 12575511"/>
                <a:gd name="adj5" fmla="val 1952"/>
              </a:avLst>
            </a:prstGeom>
            <a:gradFill>
              <a:gsLst>
                <a:gs pos="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effectLst>
              <a:outerShdw blurRad="57150" dist="19050" dir="5400000" algn="tl" rotWithShape="0">
                <a:prstClr val="black">
                  <a:alpha val="63000"/>
                </a:prstClr>
              </a:outerShdw>
            </a:effectLst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49" name="Arrow: Circular 48">
              <a:extLst>
                <a:ext uri="{FF2B5EF4-FFF2-40B4-BE49-F238E27FC236}">
                  <a16:creationId xmlns:a16="http://schemas.microsoft.com/office/drawing/2014/main" id="{D01028E1-EA3B-77B3-829D-CD2A468169D3}"/>
                </a:ext>
              </a:extLst>
            </p:cNvPr>
            <p:cNvSpPr/>
            <p:nvPr/>
          </p:nvSpPr>
          <p:spPr>
            <a:xfrm>
              <a:off x="1780193" y="2158738"/>
              <a:ext cx="2089549" cy="1987265"/>
            </a:xfrm>
            <a:prstGeom prst="circularArrow">
              <a:avLst>
                <a:gd name="adj1" fmla="val 1673"/>
                <a:gd name="adj2" fmla="val 198984"/>
                <a:gd name="adj3" fmla="val 19625505"/>
                <a:gd name="adj4" fmla="val 12575511"/>
                <a:gd name="adj5" fmla="val 1952"/>
              </a:avLst>
            </a:prstGeom>
            <a:gradFill>
              <a:gsLst>
                <a:gs pos="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effectLst>
              <a:outerShdw blurRad="57150" dist="19050" dir="5400000" algn="tl" rotWithShape="0">
                <a:prstClr val="black">
                  <a:alpha val="63000"/>
                </a:prstClr>
              </a:outerShdw>
            </a:effectLst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50" name="Arrow: Circular 49">
              <a:extLst>
                <a:ext uri="{FF2B5EF4-FFF2-40B4-BE49-F238E27FC236}">
                  <a16:creationId xmlns:a16="http://schemas.microsoft.com/office/drawing/2014/main" id="{7E5CBC01-955A-AB4E-4BFE-8999F723D1FE}"/>
                </a:ext>
              </a:extLst>
            </p:cNvPr>
            <p:cNvSpPr/>
            <p:nvPr/>
          </p:nvSpPr>
          <p:spPr>
            <a:xfrm>
              <a:off x="5958000" y="2158738"/>
              <a:ext cx="2089549" cy="1987265"/>
            </a:xfrm>
            <a:prstGeom prst="circularArrow">
              <a:avLst>
                <a:gd name="adj1" fmla="val 1673"/>
                <a:gd name="adj2" fmla="val 198984"/>
                <a:gd name="adj3" fmla="val 19625505"/>
                <a:gd name="adj4" fmla="val 12575511"/>
                <a:gd name="adj5" fmla="val 1952"/>
              </a:avLst>
            </a:prstGeom>
            <a:gradFill>
              <a:gsLst>
                <a:gs pos="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effectLst>
              <a:outerShdw blurRad="57150" dist="19050" dir="5400000" algn="tl" rotWithShape="0">
                <a:prstClr val="black">
                  <a:alpha val="63000"/>
                </a:prstClr>
              </a:outerShdw>
            </a:effectLst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51" name="Arrow: Circular 50">
              <a:extLst>
                <a:ext uri="{FF2B5EF4-FFF2-40B4-BE49-F238E27FC236}">
                  <a16:creationId xmlns:a16="http://schemas.microsoft.com/office/drawing/2014/main" id="{116C6DEE-78FF-B323-AB00-654926A13ECB}"/>
                </a:ext>
              </a:extLst>
            </p:cNvPr>
            <p:cNvSpPr/>
            <p:nvPr/>
          </p:nvSpPr>
          <p:spPr>
            <a:xfrm>
              <a:off x="8139486" y="2158738"/>
              <a:ext cx="2324223" cy="2121031"/>
            </a:xfrm>
            <a:prstGeom prst="circularArrow">
              <a:avLst>
                <a:gd name="adj1" fmla="val 1673"/>
                <a:gd name="adj2" fmla="val 198984"/>
                <a:gd name="adj3" fmla="val 19625505"/>
                <a:gd name="adj4" fmla="val 12575511"/>
                <a:gd name="adj5" fmla="val 1952"/>
              </a:avLst>
            </a:prstGeom>
            <a:gradFill>
              <a:gsLst>
                <a:gs pos="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tint val="60000"/>
                    <a:hueOff val="0"/>
                    <a:satOff val="0"/>
                    <a:lumOff val="0"/>
                    <a:alphaOff val="0"/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effectLst>
              <a:outerShdw blurRad="57150" dist="19050" dir="5400000" algn="tl" rotWithShape="0">
                <a:prstClr val="black">
                  <a:alpha val="63000"/>
                </a:prstClr>
              </a:outerShdw>
            </a:effectLst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D34DF493-D4D3-3D51-7D20-88FAB5EA7F71}"/>
              </a:ext>
            </a:extLst>
          </p:cNvPr>
          <p:cNvSpPr txBox="1"/>
          <p:nvPr/>
        </p:nvSpPr>
        <p:spPr>
          <a:xfrm>
            <a:off x="4845782" y="4593566"/>
            <a:ext cx="2592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a-DK" dirty="0" err="1">
                <a:solidFill>
                  <a:srgbClr val="666666"/>
                </a:solidFill>
              </a:rPr>
              <a:t>Threshold</a:t>
            </a:r>
            <a:r>
              <a:rPr lang="da-DK" dirty="0">
                <a:solidFill>
                  <a:srgbClr val="666666"/>
                </a:solidFill>
              </a:rPr>
              <a:t> not </a:t>
            </a:r>
            <a:r>
              <a:rPr lang="da-DK" dirty="0" err="1">
                <a:solidFill>
                  <a:srgbClr val="666666"/>
                </a:solidFill>
              </a:rPr>
              <a:t>reached</a:t>
            </a:r>
            <a:endParaRPr lang="en-GB" dirty="0">
              <a:solidFill>
                <a:srgbClr val="666666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1B5A91-B5F2-8680-2FF7-9D4DB18D4761}"/>
              </a:ext>
            </a:extLst>
          </p:cNvPr>
          <p:cNvSpPr txBox="1"/>
          <p:nvPr/>
        </p:nvSpPr>
        <p:spPr>
          <a:xfrm>
            <a:off x="8266168" y="1751790"/>
            <a:ext cx="207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a-DK" dirty="0" err="1">
                <a:solidFill>
                  <a:srgbClr val="666666"/>
                </a:solidFill>
              </a:rPr>
              <a:t>Threshold</a:t>
            </a:r>
            <a:r>
              <a:rPr lang="da-DK" dirty="0">
                <a:solidFill>
                  <a:srgbClr val="666666"/>
                </a:solidFill>
              </a:rPr>
              <a:t> </a:t>
            </a:r>
            <a:r>
              <a:rPr lang="da-DK" dirty="0" err="1">
                <a:solidFill>
                  <a:srgbClr val="666666"/>
                </a:solidFill>
              </a:rPr>
              <a:t>reached</a:t>
            </a:r>
            <a:endParaRPr lang="en-GB" dirty="0">
              <a:solidFill>
                <a:srgbClr val="66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9379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7EC53-9E66-9597-8DCB-15CFECF0D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80D0C-3314-5128-8F4A-BCA841FCA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The </a:t>
            </a:r>
            <a:r>
              <a:rPr lang="en-GB" sz="3600" i="1" dirty="0"/>
              <a:t>model</a:t>
            </a:r>
            <a:r>
              <a:rPr lang="en-GB" sz="3600" dirty="0"/>
              <a:t> is a mathematical function that describes what we </a:t>
            </a:r>
            <a:r>
              <a:rPr lang="en-GB" sz="3600" i="1" dirty="0"/>
              <a:t>think</a:t>
            </a:r>
            <a:r>
              <a:rPr lang="en-GB" sz="3600" dirty="0"/>
              <a:t> our system looks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223C0-9369-3057-75C8-F411ED5A3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4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6320031-624E-C408-0576-E6E407E2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4C9B9859-637E-7283-2A5A-3A8C1DE89B5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2120063"/>
              </p:ext>
            </p:extLst>
          </p:nvPr>
        </p:nvGraphicFramePr>
        <p:xfrm>
          <a:off x="2032000" y="1348033"/>
          <a:ext cx="7630474" cy="479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5EC14B-22AD-4DEA-4BF0-423DAC79EAE1}"/>
                  </a:ext>
                </a:extLst>
              </p:cNvPr>
              <p:cNvSpPr txBox="1"/>
              <p:nvPr/>
            </p:nvSpPr>
            <p:spPr>
              <a:xfrm>
                <a:off x="6305553" y="3429000"/>
                <a:ext cx="133664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=2.5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5EC14B-22AD-4DEA-4BF0-423DAC79E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3" y="3429000"/>
                <a:ext cx="1336648" cy="553998"/>
              </a:xfrm>
              <a:prstGeom prst="rect">
                <a:avLst/>
              </a:prstGeom>
              <a:blipFill>
                <a:blip r:embed="rId4"/>
                <a:stretch>
                  <a:fillRect l="-3636" r="-3182" b="-1444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6219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3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788C07-CAF4-0D2A-6ED6-30583DB97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F9C3D-54EB-1153-BA55-5C6228912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The </a:t>
            </a:r>
            <a:r>
              <a:rPr lang="en-GB" sz="3600" i="1" dirty="0"/>
              <a:t>model</a:t>
            </a:r>
            <a:r>
              <a:rPr lang="en-GB" sz="3600" dirty="0"/>
              <a:t> is a mathematical function that describes what we </a:t>
            </a:r>
            <a:r>
              <a:rPr lang="en-GB" sz="3600" i="1" dirty="0"/>
              <a:t>think</a:t>
            </a:r>
            <a:r>
              <a:rPr lang="en-GB" sz="3600" dirty="0"/>
              <a:t> our system looks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5C735-F482-5BFA-983F-8EECB939B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5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31BDC986-F74A-832B-985A-2016FDF1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0D89494-1634-AB70-5CAE-019941B42408}"/>
              </a:ext>
            </a:extLst>
          </p:cNvPr>
          <p:cNvSpPr/>
          <p:nvPr/>
        </p:nvSpPr>
        <p:spPr>
          <a:xfrm>
            <a:off x="2900101" y="2224440"/>
            <a:ext cx="5835191" cy="211441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m = 2.5</a:t>
            </a:r>
          </a:p>
          <a:p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c = 1</a:t>
            </a:r>
          </a:p>
          <a:p>
            <a:endParaRPr lang="da-DK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def </a:t>
            </a:r>
            <a:r>
              <a:rPr lang="da-DK" sz="2400" dirty="0" err="1">
                <a:latin typeface="Arial" panose="020B0604020202020204" pitchFamily="34" charset="0"/>
                <a:cs typeface="Arial" panose="020B0604020202020204" pitchFamily="34" charset="0"/>
              </a:rPr>
              <a:t>my_model</a:t>
            </a:r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(x):</a:t>
            </a:r>
          </a:p>
          <a:p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    return m * x + c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1658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CDB0E-0B92-E99A-AF39-3C257DC4A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E289C-5AB2-7B9C-7EB7-CE244321A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The </a:t>
            </a:r>
            <a:r>
              <a:rPr lang="en-GB" sz="3600" i="1" dirty="0"/>
              <a:t>model</a:t>
            </a:r>
            <a:r>
              <a:rPr lang="en-GB" sz="3600" dirty="0"/>
              <a:t> is a mathematical function that describes what we </a:t>
            </a:r>
            <a:r>
              <a:rPr lang="en-GB" sz="3600" i="1" dirty="0"/>
              <a:t>think</a:t>
            </a:r>
            <a:r>
              <a:rPr lang="en-GB" sz="3600" dirty="0"/>
              <a:t> our system looks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BCDF7-D420-A956-B17F-8E19E9484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6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6A67258-FC5F-65AF-077F-EB971B1E6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CC62A7-3A39-40F6-48F9-EF14B1720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5" y="1903765"/>
            <a:ext cx="5353050" cy="411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16FB89-5753-CBAD-B3E6-63A1FB19A6DF}"/>
                  </a:ext>
                </a:extLst>
              </p:cNvPr>
              <p:cNvSpPr txBox="1"/>
              <p:nvPr/>
            </p:nvSpPr>
            <p:spPr>
              <a:xfrm>
                <a:off x="6901901" y="3684166"/>
                <a:ext cx="133664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=2.5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a-DK" b="0" i="1" smtClean="0">
                          <a:solidFill>
                            <a:srgbClr val="0099DC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16FB89-5753-CBAD-B3E6-63A1FB19A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1901" y="3684166"/>
                <a:ext cx="1336648" cy="553998"/>
              </a:xfrm>
              <a:prstGeom prst="rect">
                <a:avLst/>
              </a:prstGeom>
              <a:blipFill>
                <a:blip r:embed="rId4"/>
                <a:stretch>
                  <a:fillRect l="-3653" r="-3653" b="-142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6287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FDFC7-BBE7-FD0B-F280-CE7B37381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A7F34-6E31-DFC5-D3E9-DC49342AE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ECC6F-C26F-434C-D394-79AE644AE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7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321F50-8F3F-1BA8-8948-3C4F81B5E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495DC6D-F4BD-C368-813C-DC76F1DC3284}"/>
              </a:ext>
            </a:extLst>
          </p:cNvPr>
          <p:cNvGrpSpPr/>
          <p:nvPr/>
        </p:nvGrpSpPr>
        <p:grpSpPr>
          <a:xfrm>
            <a:off x="2028305" y="3593337"/>
            <a:ext cx="8279876" cy="3064495"/>
            <a:chOff x="2261227" y="3429000"/>
            <a:chExt cx="8279876" cy="3064495"/>
          </a:xfrm>
        </p:grpSpPr>
        <p:pic>
          <p:nvPicPr>
            <p:cNvPr id="3076" name="Picture 4" descr="Free ruler metric measure vector">
              <a:extLst>
                <a:ext uri="{FF2B5EF4-FFF2-40B4-BE49-F238E27FC236}">
                  <a16:creationId xmlns:a16="http://schemas.microsoft.com/office/drawing/2014/main" id="{EC97A3E7-0332-2DB0-6F35-C736A6CA06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8361" y="3429000"/>
              <a:ext cx="8232742" cy="3064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748DD8B-C816-11E4-0BD1-CE7FC10E4E7B}"/>
                </a:ext>
              </a:extLst>
            </p:cNvPr>
            <p:cNvSpPr txBox="1"/>
            <p:nvPr/>
          </p:nvSpPr>
          <p:spPr>
            <a:xfrm>
              <a:off x="2261227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0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F3F0AA-738E-F270-3DEC-ECAE24556A88}"/>
                </a:ext>
              </a:extLst>
            </p:cNvPr>
            <p:cNvSpPr txBox="1"/>
            <p:nvPr/>
          </p:nvSpPr>
          <p:spPr>
            <a:xfrm>
              <a:off x="28980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28CDF23-F3D6-D9CD-DE44-4897325C947A}"/>
                </a:ext>
              </a:extLst>
            </p:cNvPr>
            <p:cNvSpPr txBox="1"/>
            <p:nvPr/>
          </p:nvSpPr>
          <p:spPr>
            <a:xfrm>
              <a:off x="35352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2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B88E51-8BE7-AF26-BB66-780F066E255E}"/>
                </a:ext>
              </a:extLst>
            </p:cNvPr>
            <p:cNvSpPr txBox="1"/>
            <p:nvPr/>
          </p:nvSpPr>
          <p:spPr>
            <a:xfrm>
              <a:off x="41724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3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AFFF1C2-5717-0B3F-00FD-343998F85129}"/>
                </a:ext>
              </a:extLst>
            </p:cNvPr>
            <p:cNvSpPr txBox="1"/>
            <p:nvPr/>
          </p:nvSpPr>
          <p:spPr>
            <a:xfrm>
              <a:off x="48096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4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58E2286-738E-9D78-5A02-B422AF8251AC}"/>
                </a:ext>
              </a:extLst>
            </p:cNvPr>
            <p:cNvSpPr txBox="1"/>
            <p:nvPr/>
          </p:nvSpPr>
          <p:spPr>
            <a:xfrm>
              <a:off x="54468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5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D059ED-C616-A813-F60C-B5A3CF16D3C9}"/>
                </a:ext>
              </a:extLst>
            </p:cNvPr>
            <p:cNvSpPr txBox="1"/>
            <p:nvPr/>
          </p:nvSpPr>
          <p:spPr>
            <a:xfrm>
              <a:off x="60840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6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2A976F5-31AC-A119-4AFD-37E0709C10EA}"/>
                </a:ext>
              </a:extLst>
            </p:cNvPr>
            <p:cNvSpPr txBox="1"/>
            <p:nvPr/>
          </p:nvSpPr>
          <p:spPr>
            <a:xfrm>
              <a:off x="67212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7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1E93C5-3862-079B-F8DC-76E0548AF8EB}"/>
                </a:ext>
              </a:extLst>
            </p:cNvPr>
            <p:cNvSpPr txBox="1"/>
            <p:nvPr/>
          </p:nvSpPr>
          <p:spPr>
            <a:xfrm>
              <a:off x="7356751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8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E0E7C9-02C7-D7C6-A404-33775C98A3EA}"/>
                </a:ext>
              </a:extLst>
            </p:cNvPr>
            <p:cNvSpPr txBox="1"/>
            <p:nvPr/>
          </p:nvSpPr>
          <p:spPr>
            <a:xfrm>
              <a:off x="7992302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9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0355FD-A740-A13A-CFD9-2585EC9BFC89}"/>
                </a:ext>
              </a:extLst>
            </p:cNvPr>
            <p:cNvSpPr txBox="1"/>
            <p:nvPr/>
          </p:nvSpPr>
          <p:spPr>
            <a:xfrm>
              <a:off x="8557797" y="4961247"/>
              <a:ext cx="499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10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0913AED-6A0C-A012-58CD-BB3ADE9C7451}"/>
                </a:ext>
              </a:extLst>
            </p:cNvPr>
            <p:cNvSpPr txBox="1"/>
            <p:nvPr/>
          </p:nvSpPr>
          <p:spPr>
            <a:xfrm>
              <a:off x="9231266" y="4961247"/>
              <a:ext cx="446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11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C12B6EA-A383-8CB7-D8C8-27195DF718D9}"/>
                </a:ext>
              </a:extLst>
            </p:cNvPr>
            <p:cNvSpPr txBox="1"/>
            <p:nvPr/>
          </p:nvSpPr>
          <p:spPr>
            <a:xfrm>
              <a:off x="9851610" y="4961247"/>
              <a:ext cx="446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12</a:t>
              </a:r>
              <a:endParaRPr lang="en-GB" dirty="0">
                <a:solidFill>
                  <a:srgbClr val="666666"/>
                </a:solidFill>
              </a:endParaRPr>
            </a:p>
          </p:txBody>
        </p:sp>
      </p:grpSp>
      <p:sp>
        <p:nvSpPr>
          <p:cNvPr id="26" name="Arrow: Down 25">
            <a:extLst>
              <a:ext uri="{FF2B5EF4-FFF2-40B4-BE49-F238E27FC236}">
                <a16:creationId xmlns:a16="http://schemas.microsoft.com/office/drawing/2014/main" id="{E5FA2BDC-7513-7FDD-AEB4-F69A992F950A}"/>
              </a:ext>
            </a:extLst>
          </p:cNvPr>
          <p:cNvSpPr/>
          <p:nvPr/>
        </p:nvSpPr>
        <p:spPr>
          <a:xfrm>
            <a:off x="5851078" y="3461602"/>
            <a:ext cx="941445" cy="11816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864EF92-24E0-8C3F-09BE-80F4F46E23D3}"/>
                  </a:ext>
                </a:extLst>
              </p:cNvPr>
              <p:cNvSpPr txBox="1"/>
              <p:nvPr/>
            </p:nvSpPr>
            <p:spPr>
              <a:xfrm>
                <a:off x="5807653" y="2258838"/>
                <a:ext cx="1156535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=6.49?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=6.51?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=6.503?</m:t>
                      </m:r>
                    </m:oMath>
                  </m:oMathPara>
                </a14:m>
                <a:endParaRPr lang="en-GB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864EF92-24E0-8C3F-09BE-80F4F46E2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7653" y="2258838"/>
                <a:ext cx="1156535" cy="830997"/>
              </a:xfrm>
              <a:prstGeom prst="rect">
                <a:avLst/>
              </a:prstGeom>
              <a:blipFill>
                <a:blip r:embed="rId4"/>
                <a:stretch>
                  <a:fillRect l="-4233" t="-7353" r="-4762" b="-95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917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77D15-5BA0-C4CA-F6DF-7E740D5B8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427F-8A69-8F38-A427-E73ED2FE0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B5375-E679-74D2-0028-37A91AAF9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8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734BF8A-8204-BE44-77C5-0324229B8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D1661D1-AD62-865D-21B8-75D6FBDB6FFE}"/>
              </a:ext>
            </a:extLst>
          </p:cNvPr>
          <p:cNvGrpSpPr/>
          <p:nvPr/>
        </p:nvGrpSpPr>
        <p:grpSpPr>
          <a:xfrm>
            <a:off x="2028305" y="3593337"/>
            <a:ext cx="8279876" cy="3064495"/>
            <a:chOff x="2261227" y="3429000"/>
            <a:chExt cx="8279876" cy="3064495"/>
          </a:xfrm>
        </p:grpSpPr>
        <p:pic>
          <p:nvPicPr>
            <p:cNvPr id="3076" name="Picture 4" descr="Free ruler metric measure vector">
              <a:extLst>
                <a:ext uri="{FF2B5EF4-FFF2-40B4-BE49-F238E27FC236}">
                  <a16:creationId xmlns:a16="http://schemas.microsoft.com/office/drawing/2014/main" id="{D8DF5E7D-3225-0D89-C4DB-EEA2A8A190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8361" y="3429000"/>
              <a:ext cx="8232742" cy="3064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8D97502-A60A-BEC8-1B7D-E5C24F7D8E52}"/>
                </a:ext>
              </a:extLst>
            </p:cNvPr>
            <p:cNvSpPr txBox="1"/>
            <p:nvPr/>
          </p:nvSpPr>
          <p:spPr>
            <a:xfrm>
              <a:off x="2261227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0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7A3AAFB-8F6E-78DE-D441-29CADF20928D}"/>
                </a:ext>
              </a:extLst>
            </p:cNvPr>
            <p:cNvSpPr txBox="1"/>
            <p:nvPr/>
          </p:nvSpPr>
          <p:spPr>
            <a:xfrm>
              <a:off x="28980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B5D7741-5949-CC5F-D51E-6E0A201259CC}"/>
                </a:ext>
              </a:extLst>
            </p:cNvPr>
            <p:cNvSpPr txBox="1"/>
            <p:nvPr/>
          </p:nvSpPr>
          <p:spPr>
            <a:xfrm>
              <a:off x="35352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2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3E6AA3A-56D5-1FC7-2C2D-BE265F956057}"/>
                </a:ext>
              </a:extLst>
            </p:cNvPr>
            <p:cNvSpPr txBox="1"/>
            <p:nvPr/>
          </p:nvSpPr>
          <p:spPr>
            <a:xfrm>
              <a:off x="41724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3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C62F60B-215D-C7EA-6DAA-D9991450A0DE}"/>
                </a:ext>
              </a:extLst>
            </p:cNvPr>
            <p:cNvSpPr txBox="1"/>
            <p:nvPr/>
          </p:nvSpPr>
          <p:spPr>
            <a:xfrm>
              <a:off x="48096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4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5630DFE-2E88-FF51-E7E6-A324E71B9F4A}"/>
                </a:ext>
              </a:extLst>
            </p:cNvPr>
            <p:cNvSpPr txBox="1"/>
            <p:nvPr/>
          </p:nvSpPr>
          <p:spPr>
            <a:xfrm>
              <a:off x="54468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5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95B6DC5-522E-47DA-D342-20097D476ED1}"/>
                </a:ext>
              </a:extLst>
            </p:cNvPr>
            <p:cNvSpPr txBox="1"/>
            <p:nvPr/>
          </p:nvSpPr>
          <p:spPr>
            <a:xfrm>
              <a:off x="60840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6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54D10D7-D72F-0FE5-B468-4F044B941E81}"/>
                </a:ext>
              </a:extLst>
            </p:cNvPr>
            <p:cNvSpPr txBox="1"/>
            <p:nvPr/>
          </p:nvSpPr>
          <p:spPr>
            <a:xfrm>
              <a:off x="6721200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7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7783B33-A127-F1B9-6BF4-857A937CD9E7}"/>
                </a:ext>
              </a:extLst>
            </p:cNvPr>
            <p:cNvSpPr txBox="1"/>
            <p:nvPr/>
          </p:nvSpPr>
          <p:spPr>
            <a:xfrm>
              <a:off x="7356751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8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B93B52-8597-3545-3282-C6738F5015DB}"/>
                </a:ext>
              </a:extLst>
            </p:cNvPr>
            <p:cNvSpPr txBox="1"/>
            <p:nvPr/>
          </p:nvSpPr>
          <p:spPr>
            <a:xfrm>
              <a:off x="7992302" y="4961247"/>
              <a:ext cx="236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9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FDD1224-66DF-F99D-7AA9-1B5EB907D98B}"/>
                </a:ext>
              </a:extLst>
            </p:cNvPr>
            <p:cNvSpPr txBox="1"/>
            <p:nvPr/>
          </p:nvSpPr>
          <p:spPr>
            <a:xfrm>
              <a:off x="8557797" y="4961247"/>
              <a:ext cx="499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10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8083C7-34B0-7F14-ADE9-4B486B95009A}"/>
                </a:ext>
              </a:extLst>
            </p:cNvPr>
            <p:cNvSpPr txBox="1"/>
            <p:nvPr/>
          </p:nvSpPr>
          <p:spPr>
            <a:xfrm>
              <a:off x="9231266" y="4961247"/>
              <a:ext cx="446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11</a:t>
              </a:r>
              <a:endParaRPr lang="en-GB" dirty="0">
                <a:solidFill>
                  <a:srgbClr val="666666"/>
                </a:solidFill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9DFCA77-F943-330F-AB70-58C111FBB997}"/>
                </a:ext>
              </a:extLst>
            </p:cNvPr>
            <p:cNvSpPr txBox="1"/>
            <p:nvPr/>
          </p:nvSpPr>
          <p:spPr>
            <a:xfrm>
              <a:off x="9851610" y="4961247"/>
              <a:ext cx="446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da-DK" dirty="0">
                  <a:solidFill>
                    <a:srgbClr val="666666"/>
                  </a:solidFill>
                </a:rPr>
                <a:t>12</a:t>
              </a:r>
              <a:endParaRPr lang="en-GB" dirty="0">
                <a:solidFill>
                  <a:srgbClr val="666666"/>
                </a:solidFill>
              </a:endParaRPr>
            </a:p>
          </p:txBody>
        </p:sp>
      </p:grpSp>
      <p:sp>
        <p:nvSpPr>
          <p:cNvPr id="26" name="Arrow: Down 25">
            <a:extLst>
              <a:ext uri="{FF2B5EF4-FFF2-40B4-BE49-F238E27FC236}">
                <a16:creationId xmlns:a16="http://schemas.microsoft.com/office/drawing/2014/main" id="{C06CF89D-D202-29BC-8A23-701FF7F7A19A}"/>
              </a:ext>
            </a:extLst>
          </p:cNvPr>
          <p:cNvSpPr/>
          <p:nvPr/>
        </p:nvSpPr>
        <p:spPr>
          <a:xfrm>
            <a:off x="5851078" y="3461602"/>
            <a:ext cx="941445" cy="11816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903274-EE68-917D-753D-9F8B920443A5}"/>
                  </a:ext>
                </a:extLst>
              </p:cNvPr>
              <p:cNvSpPr txBox="1"/>
              <p:nvPr/>
            </p:nvSpPr>
            <p:spPr>
              <a:xfrm>
                <a:off x="5566401" y="2535837"/>
                <a:ext cx="1510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=6.5±0.01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903274-EE68-917D-753D-9F8B92044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401" y="2535837"/>
                <a:ext cx="1510798" cy="276999"/>
              </a:xfrm>
              <a:prstGeom prst="rect">
                <a:avLst/>
              </a:prstGeom>
              <a:blipFill>
                <a:blip r:embed="rId4"/>
                <a:stretch>
                  <a:fillRect l="-3226" t="-22222" r="-3226" b="-311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903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8EDD-ECA5-F29F-30FA-55D431854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37439CD-7743-7B48-2060-6920E7975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025" y="2118277"/>
            <a:ext cx="5543550" cy="4171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6074CD-4A53-A15D-E3ED-1BA65C59B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3E94A-EE55-FCDB-A02B-35978E9BE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9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BCF95D3-1C9B-8513-164B-E8AE1A0B7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9A3EA4-C170-9ADB-FCBD-22AF5FE79686}"/>
                  </a:ext>
                </a:extLst>
              </p:cNvPr>
              <p:cNvSpPr txBox="1"/>
              <p:nvPr/>
            </p:nvSpPr>
            <p:spPr>
              <a:xfrm>
                <a:off x="5566401" y="2535837"/>
                <a:ext cx="1510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=6.5±0.01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903274-EE68-917D-753D-9F8B92044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401" y="2535837"/>
                <a:ext cx="1510798" cy="276999"/>
              </a:xfrm>
              <a:prstGeom prst="rect">
                <a:avLst/>
              </a:prstGeom>
              <a:blipFill>
                <a:blip r:embed="rId4"/>
                <a:stretch>
                  <a:fillRect l="-3226" t="-22222" r="-3226" b="-311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3382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3352C-4F1A-82CE-FA5E-E8DE1A878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6AF6D6E-87A1-30D4-0E2C-53F63C0BBA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69075" y="2118277"/>
            <a:ext cx="5505450" cy="4171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F4A81D-D646-2997-9595-F0DB55DB2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070F3-F098-7A4D-ABCD-A091D4E1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10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412BD0A-0187-0804-5C5E-30C29C280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76348D-1C32-8A58-F404-681E109D66E7}"/>
                  </a:ext>
                </a:extLst>
              </p:cNvPr>
              <p:cNvSpPr txBox="1"/>
              <p:nvPr/>
            </p:nvSpPr>
            <p:spPr>
              <a:xfrm>
                <a:off x="5566401" y="2535837"/>
                <a:ext cx="1510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=6.5±0.01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903274-EE68-917D-753D-9F8B92044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401" y="2535837"/>
                <a:ext cx="1510798" cy="276999"/>
              </a:xfrm>
              <a:prstGeom prst="rect">
                <a:avLst/>
              </a:prstGeom>
              <a:blipFill>
                <a:blip r:embed="rId4"/>
                <a:stretch>
                  <a:fillRect l="-3226" t="-22222" r="-3226" b="-311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807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527BF-9D0F-DB3F-2079-2497A717E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874EDE0-57EC-680E-E12E-274E1C9287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03709" y="2118277"/>
            <a:ext cx="5505450" cy="4171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0F9EA6-C527-5797-369B-C62E34EF3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78A78-3C00-0419-4A51-B392B244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11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77F1A0A-3F87-BD77-1AF4-A8A699F0F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9D70A1-BFBA-09B3-E0A9-42B10343B44C}"/>
                  </a:ext>
                </a:extLst>
              </p:cNvPr>
              <p:cNvSpPr txBox="1"/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=6.5±0.01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9D70A1-BFBA-09B3-E0A9-42B10343B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blipFill>
                <a:blip r:embed="rId4"/>
                <a:stretch>
                  <a:fillRect l="-3226" t="-22222" r="-2823" b="-311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D5F81-0423-6A05-02B9-942E9816784B}"/>
                  </a:ext>
                </a:extLst>
              </p:cNvPr>
              <p:cNvSpPr txBox="1"/>
              <p:nvPr/>
            </p:nvSpPr>
            <p:spPr>
              <a:xfrm>
                <a:off x="7109791" y="2348948"/>
                <a:ext cx="3523337" cy="15760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GB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ad>
                                <m:radPr>
                                  <m:degHide m:val="on"/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a-DK" b="0" i="0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p>
                                    <m:sSup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a-DK" b="0" i="1" smtClean="0">
                                              <a:solidFill>
                                                <a:srgbClr val="0099DC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num>
                                            <m:den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borderBox>
                    </m:oMath>
                  </m:oMathPara>
                </a14:m>
                <a:endParaRPr lang="da-DK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666666"/>
                    </a:solidFill>
                  </a:rPr>
                  <a:t> </a:t>
                </a:r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=6.5</m:t>
                    </m:r>
                  </m:oMath>
                </a14:m>
                <a:endParaRPr lang="da-DK" b="0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D5F81-0423-6A05-02B9-942E98167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9791" y="2348948"/>
                <a:ext cx="3523337" cy="1576072"/>
              </a:xfrm>
              <a:prstGeom prst="rect">
                <a:avLst/>
              </a:prstGeom>
              <a:blipFill>
                <a:blip r:embed="rId5"/>
                <a:stretch>
                  <a:fillRect l="-519" b="-11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6314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3E76-6232-C320-1BDD-329C3C886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1DD849E-8C14-71F6-3183-7C2356E3FE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03709" y="2118277"/>
            <a:ext cx="5505450" cy="41719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9B0813-49BF-08E8-844F-7C0E1DA0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89731-FFBB-59D2-9E72-CB7CDED5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12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3491BAD-A866-2E15-EDB9-74A5C4CF3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B145996-658B-0434-85EB-EE3B84A6FA28}"/>
                  </a:ext>
                </a:extLst>
              </p:cNvPr>
              <p:cNvSpPr txBox="1"/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=6.5±0.01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B145996-658B-0434-85EB-EE3B84A6F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blipFill>
                <a:blip r:embed="rId4"/>
                <a:stretch>
                  <a:fillRect l="-3226" t="-22222" r="-2823" b="-311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52D1EB-0EA6-7829-B374-9F405E7BD900}"/>
                  </a:ext>
                </a:extLst>
              </p:cNvPr>
              <p:cNvSpPr txBox="1"/>
              <p:nvPr/>
            </p:nvSpPr>
            <p:spPr>
              <a:xfrm>
                <a:off x="7109791" y="2348948"/>
                <a:ext cx="3536161" cy="2130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GB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ad>
                                <m:radPr>
                                  <m:degHide m:val="on"/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a-DK" b="0" i="0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p>
                                    <m:sSup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a-DK" b="0" i="1" smtClean="0">
                                              <a:solidFill>
                                                <a:srgbClr val="0099DC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num>
                                            <m:den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borderBox>
                    </m:oMath>
                  </m:oMathPara>
                </a14:m>
                <a:endParaRPr lang="da-DK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666666"/>
                    </a:solidFill>
                  </a:rPr>
                  <a:t> </a:t>
                </a:r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=6.5</m:t>
                    </m:r>
                  </m:oMath>
                </a14:m>
                <a:endParaRPr lang="da-DK" b="0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</a:p>
              <a:p>
                <a:pPr algn="l"/>
                <a:r>
                  <a:rPr lang="da-DK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da-DK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68%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52D1EB-0EA6-7829-B374-9F405E7BD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9791" y="2348948"/>
                <a:ext cx="3536161" cy="2130070"/>
              </a:xfrm>
              <a:prstGeom prst="rect">
                <a:avLst/>
              </a:prstGeom>
              <a:blipFill>
                <a:blip r:embed="rId5"/>
                <a:stretch>
                  <a:fillRect l="-690" b="-28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1335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C2B7E-7B62-12DB-99F4-D3B2614D9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CEDB90-73A0-4D33-C658-19BC0212B0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03710" y="2118277"/>
            <a:ext cx="5505448" cy="41719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4DB9F1-5CF7-674B-D96C-17D271034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272C4-8DEB-2B03-6FFA-C30808AB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13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565C9C3-811F-907C-4F23-F0EF880DE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ABF0FF4-9AA6-3933-FE37-4F891C3D32CC}"/>
                  </a:ext>
                </a:extLst>
              </p:cNvPr>
              <p:cNvSpPr txBox="1"/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=6.5±0.01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ABF0FF4-9AA6-3933-FE37-4F891C3D3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blipFill>
                <a:blip r:embed="rId4"/>
                <a:stretch>
                  <a:fillRect l="-3226" t="-22222" r="-2823" b="-311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AD6228-5154-1C3D-EF79-1F1D9B679042}"/>
                  </a:ext>
                </a:extLst>
              </p:cNvPr>
              <p:cNvSpPr txBox="1"/>
              <p:nvPr/>
            </p:nvSpPr>
            <p:spPr>
              <a:xfrm>
                <a:off x="7109791" y="2348948"/>
                <a:ext cx="3536161" cy="2407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GB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ad>
                                <m:radPr>
                                  <m:degHide m:val="on"/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a-DK" b="0" i="0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p>
                                    <m:sSup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a-DK" b="0" i="1" smtClean="0">
                                              <a:solidFill>
                                                <a:srgbClr val="0099DC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num>
                                            <m:den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borderBox>
                    </m:oMath>
                  </m:oMathPara>
                </a14:m>
                <a:endParaRPr lang="da-DK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666666"/>
                    </a:solidFill>
                  </a:rPr>
                  <a:t> </a:t>
                </a:r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=6.5</m:t>
                    </m:r>
                  </m:oMath>
                </a14:m>
                <a:endParaRPr lang="da-DK" b="0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</a:p>
              <a:p>
                <a:pPr algn="l"/>
                <a:r>
                  <a:rPr lang="da-DK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da-DK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68%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da-DK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±2</m:t>
                        </m:r>
                        <m:r>
                          <a:rPr lang="da-DK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da-DK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95%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AD6228-5154-1C3D-EF79-1F1D9B679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9791" y="2348948"/>
                <a:ext cx="3536161" cy="2407069"/>
              </a:xfrm>
              <a:prstGeom prst="rect">
                <a:avLst/>
              </a:prstGeom>
              <a:blipFill>
                <a:blip r:embed="rId5"/>
                <a:stretch>
                  <a:fillRect l="-690" b="-25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25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53ECE-1096-4F10-BB81-3E2CF2ECB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E26EE10-1C82-EF6A-7318-0188C22CF6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03710" y="2118277"/>
            <a:ext cx="5505448" cy="41719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979119-8FEA-A31B-45CA-6BA0CCFEC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we make a measurement, we only ever make an estimate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44236-DBBA-44DA-84BD-B65E9049D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14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BC0C96D-1007-5274-A81C-88D6014CD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0CF9B55-5DB3-A0D7-9704-FC06F67FCBF0}"/>
                  </a:ext>
                </a:extLst>
              </p:cNvPr>
              <p:cNvSpPr txBox="1"/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=6.5±0.01</m:t>
                      </m:r>
                    </m:oMath>
                  </m:oMathPara>
                </a14:m>
                <a:endParaRPr lang="da-DK" b="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0CF9B55-5DB3-A0D7-9704-FC06F67FC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4384" y="2547135"/>
                <a:ext cx="1510798" cy="276999"/>
              </a:xfrm>
              <a:prstGeom prst="rect">
                <a:avLst/>
              </a:prstGeom>
              <a:blipFill>
                <a:blip r:embed="rId4"/>
                <a:stretch>
                  <a:fillRect l="-3226" t="-22222" r="-2823" b="-311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775523-9E8A-0E55-0739-9D2F547F3B40}"/>
                  </a:ext>
                </a:extLst>
              </p:cNvPr>
              <p:cNvSpPr txBox="1"/>
              <p:nvPr/>
            </p:nvSpPr>
            <p:spPr>
              <a:xfrm>
                <a:off x="7109791" y="2348948"/>
                <a:ext cx="3536161" cy="26840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GB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ad>
                                <m:radPr>
                                  <m:degHide m:val="on"/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a-DK" b="0" i="0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p>
                                    <m:sSup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a-DK" b="0" i="1" smtClean="0">
                                              <a:solidFill>
                                                <a:srgbClr val="0099DC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num>
                                            <m:den>
                                              <m:r>
                                                <a:rPr lang="da-DK" b="0" i="1" smtClean="0">
                                                  <a:solidFill>
                                                    <a:srgbClr val="0099DC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borderBox>
                    </m:oMath>
                  </m:oMathPara>
                </a14:m>
                <a:endParaRPr lang="da-DK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666666"/>
                    </a:solidFill>
                  </a:rPr>
                  <a:t> </a:t>
                </a:r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=6.5</m:t>
                    </m:r>
                  </m:oMath>
                </a14:m>
                <a:endParaRPr lang="da-DK" b="0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</a:p>
              <a:p>
                <a:pPr algn="l"/>
                <a:r>
                  <a:rPr lang="da-DK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da-DK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da-DK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68%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da-DK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±2</m:t>
                        </m:r>
                        <m:r>
                          <a:rPr lang="da-DK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da-DK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95%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da-DK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±3</m:t>
                        </m:r>
                        <m:r>
                          <a:rPr lang="da-DK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da-DK" b="0" i="1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99.7%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775523-9E8A-0E55-0739-9D2F547F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9791" y="2348948"/>
                <a:ext cx="3536161" cy="2684068"/>
              </a:xfrm>
              <a:prstGeom prst="rect">
                <a:avLst/>
              </a:prstGeom>
              <a:blipFill>
                <a:blip r:embed="rId5"/>
                <a:stretch>
                  <a:fillRect l="-690" b="-20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147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B82D8-202D-301B-7344-0BE7B33EE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53F4AC0-C7D8-F0A2-76CA-C4C912A12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03710" y="2139708"/>
            <a:ext cx="5505448" cy="41290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57E17E-D06C-5E67-5AB9-A2F98BC8D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Neutron counts follow the discrete Poisson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1603-2311-DFE0-DDA4-C6F21633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15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F3EB9BA-7718-BA7E-052C-D4A857DEA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94A48E-24EB-6188-49AC-A4AFA4245466}"/>
                  </a:ext>
                </a:extLst>
              </p:cNvPr>
              <p:cNvSpPr txBox="1"/>
              <p:nvPr/>
            </p:nvSpPr>
            <p:spPr>
              <a:xfrm>
                <a:off x="7109791" y="2348948"/>
                <a:ext cx="4106060" cy="1509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GB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p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func>
                                <m:func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a-DK" b="0" i="0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da-DK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666666"/>
                    </a:solidFill>
                  </a:rPr>
                  <a:t> </a:t>
                </a:r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neutron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counts</m:t>
                    </m:r>
                  </m:oMath>
                </a14:m>
                <a:endParaRPr lang="da-DK" b="0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count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rate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time</m:t>
                    </m:r>
                    <m:r>
                      <a:rPr lang="da-DK" b="0" i="1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da-DK" b="0" i="0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expected</m:t>
                    </m:r>
                    <m:r>
                      <m:rPr>
                        <m:nor/>
                      </m:rPr>
                      <a:rPr lang="da-DK" b="0" i="0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a-DK" b="0" i="0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counts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94A48E-24EB-6188-49AC-A4AFA4245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9791" y="2348948"/>
                <a:ext cx="4106060" cy="1509516"/>
              </a:xfrm>
              <a:prstGeom prst="rect">
                <a:avLst/>
              </a:prstGeom>
              <a:blipFill>
                <a:blip r:embed="rId4"/>
                <a:stretch>
                  <a:fillRect l="-593" r="-1039" b="-60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09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BE3B-5662-1F31-3D4B-6F097A5C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E36030B-4BD7-2CDE-8A56-983B34D98E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1419" y="2139708"/>
            <a:ext cx="5430030" cy="41290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8C303D-A4A9-BA75-B3A4-46AD368F8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Neutron counts follow the discrete Poisson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E3B98-2D64-45D9-2458-6F94EAF36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16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C79FEFD-696B-5EB8-E938-6D1727360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19492E-93C6-E1F7-BA9A-BAADCEE85BFD}"/>
                  </a:ext>
                </a:extLst>
              </p:cNvPr>
              <p:cNvSpPr txBox="1"/>
              <p:nvPr/>
            </p:nvSpPr>
            <p:spPr>
              <a:xfrm>
                <a:off x="7109791" y="2348948"/>
                <a:ext cx="4106060" cy="3400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GB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da-DK" b="0" i="1" smtClean="0">
                              <a:solidFill>
                                <a:srgbClr val="0099DC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p>
                                  <m: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func>
                                <m:funcPr>
                                  <m:ctrlPr>
                                    <a:rPr lang="da-DK" b="0" i="1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a-DK" b="0" i="0" smtClean="0">
                                      <a:solidFill>
                                        <a:srgbClr val="0099DC"/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a-DK" b="0" i="1" smtClean="0">
                                          <a:solidFill>
                                            <a:srgbClr val="0099D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a-DK" b="0" i="1" smtClean="0">
                                  <a:solidFill>
                                    <a:srgbClr val="0099DC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da-DK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666666"/>
                    </a:solidFill>
                  </a:rPr>
                  <a:t> </a:t>
                </a:r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neutron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counts</m:t>
                    </m:r>
                  </m:oMath>
                </a14:m>
                <a:endParaRPr lang="da-DK" b="0" dirty="0">
                  <a:solidFill>
                    <a:srgbClr val="0099DC"/>
                  </a:solidFill>
                </a:endParaRPr>
              </a:p>
              <a:p>
                <a:pPr algn="l"/>
                <a:r>
                  <a:rPr lang="da-DK" b="0" dirty="0">
                    <a:solidFill>
                      <a:srgbClr val="0099D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count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rate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da-DK" b="0" i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time</m:t>
                    </m:r>
                    <m:r>
                      <a:rPr lang="da-DK" b="0" i="1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da-DK" b="0" i="0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expected</m:t>
                    </m:r>
                    <m:r>
                      <m:rPr>
                        <m:nor/>
                      </m:rPr>
                      <a:rPr lang="da-DK" b="0" i="0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a-DK" b="0" i="0" dirty="0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counts</m:t>
                    </m:r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  <a:p>
                <a:pPr algn="l"/>
                <a:endParaRPr lang="en-GB" dirty="0">
                  <a:solidFill>
                    <a:srgbClr val="0099DC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GB" i="1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da-DK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a-DK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da-DK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a-DK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a-DK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ad>
                                <m:radPr>
                                  <m:degHide m:val="on"/>
                                  <m:ctrlPr>
                                    <a:rPr lang="da-DK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da-DK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a-DK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a-DK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a-DK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a-DK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a-DK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a-DK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a-DK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da-DK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p>
                                    <m:sSupPr>
                                      <m:ctrlPr>
                                        <a:rPr lang="da-DK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a-DK" i="1">
                                              <a:solidFill>
                                                <a:srgbClr val="FFC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da-DK" i="1">
                                                  <a:solidFill>
                                                    <a:srgbClr val="FFC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da-DK" i="1">
                                                  <a:solidFill>
                                                    <a:srgbClr val="FFC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  <m:r>
                                                <a:rPr lang="da-DK" i="1">
                                                  <a:solidFill>
                                                    <a:srgbClr val="FFC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da-DK" i="1">
                                                  <a:solidFill>
                                                    <a:srgbClr val="FFC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num>
                                            <m:den>
                                              <m:r>
                                                <a:rPr lang="da-DK" i="1">
                                                  <a:solidFill>
                                                    <a:srgbClr val="FFC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da-DK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borderBox>
                    </m:oMath>
                  </m:oMathPara>
                </a14:m>
                <a:endParaRPr lang="en-GB" dirty="0">
                  <a:solidFill>
                    <a:srgbClr val="0099DC"/>
                  </a:solidFill>
                </a:endParaRPr>
              </a:p>
              <a:p>
                <a:endParaRPr lang="en-GB" dirty="0">
                  <a:solidFill>
                    <a:srgbClr val="0099DC"/>
                  </a:solidFill>
                </a:endParaRPr>
              </a:p>
              <a:p>
                <a:r>
                  <a:rPr lang="da-DK" b="0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da-DK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b="0" i="1" smtClean="0">
                        <a:solidFill>
                          <a:srgbClr val="0099DC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da-DK" b="0" i="1" dirty="0">
                  <a:solidFill>
                    <a:srgbClr val="0099DC"/>
                  </a:solidFill>
                  <a:latin typeface="Cambria Math" panose="02040503050406030204" pitchFamily="18" charset="0"/>
                </a:endParaRPr>
              </a:p>
              <a:p>
                <a:r>
                  <a:rPr lang="da-DK" b="0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da-DK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a-DK" b="0" i="1" smtClean="0">
                            <a:solidFill>
                              <a:srgbClr val="0099DC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rad>
                  </m:oMath>
                </a14:m>
                <a:endParaRPr lang="en-GB" dirty="0">
                  <a:solidFill>
                    <a:srgbClr val="0099DC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19492E-93C6-E1F7-BA9A-BAADCEE85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9791" y="2348948"/>
                <a:ext cx="4106060" cy="3400803"/>
              </a:xfrm>
              <a:prstGeom prst="rect">
                <a:avLst/>
              </a:prstGeom>
              <a:blipFill>
                <a:blip r:embed="rId4"/>
                <a:stretch>
                  <a:fillRect l="-593" r="-10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568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57B18-5DBA-A5DC-A30B-A25983515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E938F-5A7D-38E0-05AE-7B17C495D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there are multiple measurements, they are all estimates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43C0C-F718-C15E-5543-2BC004EFA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17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E3C9772-0041-9F22-9760-9BD9F5AD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3440A0-AB1A-0C4F-10E6-B49A96769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316" y="1903765"/>
            <a:ext cx="535305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22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439A8-50C9-4865-A694-2B6C69E6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5377A-6C63-805B-12CA-3E1A5F3E6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When there are multiple measurements, they are all estimates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D18DA-4F2F-71BF-B775-863F108DD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18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896E5B0-D9AB-93C7-85EC-F61162D8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757CC3-0EDA-CE25-670C-47FB90B68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903765"/>
            <a:ext cx="5353050" cy="4114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0D4E8E-744D-ADFD-B93E-4679995B79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03765"/>
            <a:ext cx="54864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790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42189-E35D-8370-FEF7-B90376C24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45C58-E8F0-9427-9BC2-11279E271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Fitting a model to some data is about maximising the probability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2D41E-3202-87E7-D2F0-8267CA367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19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56BF2C0-6E7D-6BCB-FA93-20ACB000E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9B569-0203-480A-75C0-E15652767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560" y="1903765"/>
            <a:ext cx="535305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33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D5A03-F0AE-60E0-A751-F4E4EDF7A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A14DD-BEB4-3ACF-3DFA-9E4222D79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Fitting a model to some data is about maximising the probability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32C5F-63C8-4979-DFB8-F610EBDE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20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27026E3-74B4-1D6D-F419-2589BBF23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F82952-3FBE-7B6A-0FAB-9CFC252A8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903765"/>
            <a:ext cx="535305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760AB5-452D-4E73-0F56-34C09EB8B3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03765"/>
            <a:ext cx="54864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338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33996-7CCA-4466-AFDD-AF981E860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657339"/>
          </a:xfrm>
        </p:spPr>
        <p:txBody>
          <a:bodyPr/>
          <a:lstStyle/>
          <a:p>
            <a:r>
              <a:rPr lang="da-DK" dirty="0"/>
              <a:t>The </a:t>
            </a:r>
            <a:r>
              <a:rPr lang="da-DK" dirty="0" err="1"/>
              <a:t>EasyScience</a:t>
            </a:r>
            <a:r>
              <a:rPr lang="da-DK" dirty="0"/>
              <a:t> data </a:t>
            </a:r>
            <a:r>
              <a:rPr lang="da-DK" dirty="0" err="1"/>
              <a:t>analysis</a:t>
            </a:r>
            <a:r>
              <a:rPr lang="da-DK" dirty="0"/>
              <a:t> ecosystem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1B2F91-7A6B-409C-A103-71D0C20E2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PRESENTATION TITLE/FOOTER</a:t>
            </a:r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E3410-0C3A-43DD-8D41-536962519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/>
              <a:t>21</a:t>
            </a:fld>
            <a:endParaRPr lang="sv-SE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051C77-6AE1-45FE-A69E-850D27DAF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  <p:pic>
        <p:nvPicPr>
          <p:cNvPr id="8" name="Picture 12" descr="EasyScience · GitHub">
            <a:extLst>
              <a:ext uri="{FF2B5EF4-FFF2-40B4-BE49-F238E27FC236}">
                <a16:creationId xmlns:a16="http://schemas.microsoft.com/office/drawing/2014/main" id="{C25AEA92-4736-4369-BB85-014696B1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rgbClr val="88AA67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9783" y="2069099"/>
            <a:ext cx="654350" cy="65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asyDiffractionLib">
            <a:extLst>
              <a:ext uri="{FF2B5EF4-FFF2-40B4-BE49-F238E27FC236}">
                <a16:creationId xmlns:a16="http://schemas.microsoft.com/office/drawing/2014/main" id="{9AAADCB9-329A-4713-A2A6-72747471EC61}"/>
              </a:ext>
            </a:extLst>
          </p:cNvPr>
          <p:cNvSpPr/>
          <p:nvPr/>
        </p:nvSpPr>
        <p:spPr>
          <a:xfrm>
            <a:off x="2202424" y="3868980"/>
            <a:ext cx="3175001" cy="516715"/>
          </a:xfrm>
          <a:prstGeom prst="roundRect">
            <a:avLst>
              <a:gd name="adj" fmla="val 19658"/>
            </a:avLst>
          </a:prstGeom>
          <a:solidFill>
            <a:srgbClr val="88AA67"/>
          </a:solidFill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noAutofit/>
          </a:bodyPr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 err="1"/>
              <a:t>E</a:t>
            </a:r>
            <a:r>
              <a:rPr dirty="0" err="1"/>
              <a:t>asyDiffractionLib</a:t>
            </a:r>
            <a:endParaRPr dirty="0"/>
          </a:p>
        </p:txBody>
      </p:sp>
      <p:sp>
        <p:nvSpPr>
          <p:cNvPr id="10" name="easyCore">
            <a:extLst>
              <a:ext uri="{FF2B5EF4-FFF2-40B4-BE49-F238E27FC236}">
                <a16:creationId xmlns:a16="http://schemas.microsoft.com/office/drawing/2014/main" id="{9658E4B9-6E54-41A4-B47A-7E91A6209ECA}"/>
              </a:ext>
            </a:extLst>
          </p:cNvPr>
          <p:cNvSpPr/>
          <p:nvPr/>
        </p:nvSpPr>
        <p:spPr>
          <a:xfrm>
            <a:off x="1523298" y="2084698"/>
            <a:ext cx="3175001" cy="514967"/>
          </a:xfrm>
          <a:prstGeom prst="roundRect">
            <a:avLst>
              <a:gd name="adj" fmla="val 19658"/>
            </a:avLst>
          </a:prstGeom>
          <a:solidFill>
            <a:srgbClr val="88AA67"/>
          </a:solidFill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noAutofit/>
          </a:bodyPr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/>
              <a:t>E</a:t>
            </a:r>
            <a:r>
              <a:rPr lang="pl-PL" dirty="0" err="1"/>
              <a:t>asyScience</a:t>
            </a:r>
            <a:endParaRPr dirty="0"/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76C250E9-0E07-41F1-A11B-E36EE20B4A33}"/>
              </a:ext>
            </a:extLst>
          </p:cNvPr>
          <p:cNvSpPr/>
          <p:nvPr/>
        </p:nvSpPr>
        <p:spPr>
          <a:xfrm>
            <a:off x="1829541" y="2581279"/>
            <a:ext cx="2617" cy="1673779"/>
          </a:xfrm>
          <a:prstGeom prst="line">
            <a:avLst/>
          </a:prstGeom>
          <a:ln w="50800">
            <a:solidFill>
              <a:srgbClr val="88AA67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12" name="easySpectroscopyLib">
            <a:extLst>
              <a:ext uri="{FF2B5EF4-FFF2-40B4-BE49-F238E27FC236}">
                <a16:creationId xmlns:a16="http://schemas.microsoft.com/office/drawing/2014/main" id="{10A3D3D1-8CD8-4BA3-9B82-2A0DCE319FBE}"/>
              </a:ext>
            </a:extLst>
          </p:cNvPr>
          <p:cNvSpPr/>
          <p:nvPr/>
        </p:nvSpPr>
        <p:spPr>
          <a:xfrm>
            <a:off x="2202424" y="4586217"/>
            <a:ext cx="3175001" cy="495367"/>
          </a:xfrm>
          <a:prstGeom prst="roundRect">
            <a:avLst>
              <a:gd name="adj" fmla="val 19658"/>
            </a:avLst>
          </a:prstGeom>
          <a:solidFill>
            <a:srgbClr val="88A96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 err="1"/>
              <a:t>E</a:t>
            </a:r>
            <a:r>
              <a:rPr dirty="0" err="1"/>
              <a:t>asy</a:t>
            </a:r>
            <a:r>
              <a:rPr lang="en-US" dirty="0" err="1"/>
              <a:t>ReflectometryLib</a:t>
            </a:r>
            <a:endParaRPr dirty="0"/>
          </a:p>
        </p:txBody>
      </p:sp>
      <p:sp>
        <p:nvSpPr>
          <p:cNvPr id="13" name="Line">
            <a:extLst>
              <a:ext uri="{FF2B5EF4-FFF2-40B4-BE49-F238E27FC236}">
                <a16:creationId xmlns:a16="http://schemas.microsoft.com/office/drawing/2014/main" id="{B8CF075F-0BDA-4666-847A-32C8EF24944E}"/>
              </a:ext>
            </a:extLst>
          </p:cNvPr>
          <p:cNvSpPr/>
          <p:nvPr/>
        </p:nvSpPr>
        <p:spPr>
          <a:xfrm>
            <a:off x="1832160" y="4127336"/>
            <a:ext cx="381002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14" name="Line">
            <a:extLst>
              <a:ext uri="{FF2B5EF4-FFF2-40B4-BE49-F238E27FC236}">
                <a16:creationId xmlns:a16="http://schemas.microsoft.com/office/drawing/2014/main" id="{9C0E9EFE-5207-4767-B0AD-D681FF44FF53}"/>
              </a:ext>
            </a:extLst>
          </p:cNvPr>
          <p:cNvSpPr/>
          <p:nvPr/>
        </p:nvSpPr>
        <p:spPr>
          <a:xfrm>
            <a:off x="1821011" y="4820329"/>
            <a:ext cx="381002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4B777AE8-70EC-4FCC-8D70-49CF5DD5AEDB}"/>
              </a:ext>
            </a:extLst>
          </p:cNvPr>
          <p:cNvSpPr/>
          <p:nvPr/>
        </p:nvSpPr>
        <p:spPr>
          <a:xfrm>
            <a:off x="7143345" y="2506360"/>
            <a:ext cx="25874" cy="2319293"/>
          </a:xfrm>
          <a:prstGeom prst="line">
            <a:avLst/>
          </a:prstGeom>
          <a:ln w="508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16" name="Line">
            <a:extLst>
              <a:ext uri="{FF2B5EF4-FFF2-40B4-BE49-F238E27FC236}">
                <a16:creationId xmlns:a16="http://schemas.microsoft.com/office/drawing/2014/main" id="{B8EAD50D-EDCA-4EC3-B69B-44D856634B99}"/>
              </a:ext>
            </a:extLst>
          </p:cNvPr>
          <p:cNvSpPr/>
          <p:nvPr/>
        </p:nvSpPr>
        <p:spPr>
          <a:xfrm flipV="1">
            <a:off x="7176869" y="4137951"/>
            <a:ext cx="423515" cy="0"/>
          </a:xfrm>
          <a:prstGeom prst="line">
            <a:avLst/>
          </a:prstGeom>
          <a:ln w="50800">
            <a:solidFill>
              <a:schemeClr val="accent1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 dirty="0"/>
          </a:p>
        </p:txBody>
      </p:sp>
      <p:sp>
        <p:nvSpPr>
          <p:cNvPr id="17" name="Line">
            <a:extLst>
              <a:ext uri="{FF2B5EF4-FFF2-40B4-BE49-F238E27FC236}">
                <a16:creationId xmlns:a16="http://schemas.microsoft.com/office/drawing/2014/main" id="{AFA9C1D4-D53E-4576-A0EE-B4EB1037DAE2}"/>
              </a:ext>
            </a:extLst>
          </p:cNvPr>
          <p:cNvSpPr/>
          <p:nvPr/>
        </p:nvSpPr>
        <p:spPr>
          <a:xfrm>
            <a:off x="7156282" y="4823033"/>
            <a:ext cx="444975" cy="11183"/>
          </a:xfrm>
          <a:prstGeom prst="line">
            <a:avLst/>
          </a:prstGeom>
          <a:ln w="50800">
            <a:solidFill>
              <a:schemeClr val="accent1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18" name="easyApp">
            <a:extLst>
              <a:ext uri="{FF2B5EF4-FFF2-40B4-BE49-F238E27FC236}">
                <a16:creationId xmlns:a16="http://schemas.microsoft.com/office/drawing/2014/main" id="{4BB11499-2A7C-49CE-B041-42686D9BA0F0}"/>
              </a:ext>
            </a:extLst>
          </p:cNvPr>
          <p:cNvSpPr/>
          <p:nvPr/>
        </p:nvSpPr>
        <p:spPr>
          <a:xfrm>
            <a:off x="6847184" y="2088364"/>
            <a:ext cx="3175001" cy="516139"/>
          </a:xfrm>
          <a:prstGeom prst="roundRect">
            <a:avLst>
              <a:gd name="adj" fmla="val 47988"/>
            </a:avLst>
          </a:prstGeom>
          <a:solidFill>
            <a:srgbClr val="199AD9"/>
          </a:solidFill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noAutofit/>
          </a:bodyPr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 err="1"/>
              <a:t>E</a:t>
            </a:r>
            <a:r>
              <a:rPr dirty="0" err="1"/>
              <a:t>asyApp</a:t>
            </a:r>
            <a:endParaRPr dirty="0"/>
          </a:p>
        </p:txBody>
      </p:sp>
      <p:sp>
        <p:nvSpPr>
          <p:cNvPr id="19" name="easyDiffractionApp">
            <a:extLst>
              <a:ext uri="{FF2B5EF4-FFF2-40B4-BE49-F238E27FC236}">
                <a16:creationId xmlns:a16="http://schemas.microsoft.com/office/drawing/2014/main" id="{0C56279F-A4D1-46FC-9E3D-CABDF9615E7A}"/>
              </a:ext>
            </a:extLst>
          </p:cNvPr>
          <p:cNvSpPr/>
          <p:nvPr/>
        </p:nvSpPr>
        <p:spPr>
          <a:xfrm>
            <a:off x="7600384" y="3876883"/>
            <a:ext cx="3175001" cy="516139"/>
          </a:xfrm>
          <a:prstGeom prst="roundRect">
            <a:avLst>
              <a:gd name="adj" fmla="val 47988"/>
            </a:avLst>
          </a:prstGeom>
          <a:solidFill>
            <a:srgbClr val="199AD9"/>
          </a:solidFill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noAutofit/>
          </a:bodyPr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 err="1"/>
              <a:t>E</a:t>
            </a:r>
            <a:r>
              <a:rPr dirty="0" err="1"/>
              <a:t>asyDiffractionApp</a:t>
            </a:r>
            <a:endParaRPr dirty="0"/>
          </a:p>
        </p:txBody>
      </p:sp>
      <p:sp>
        <p:nvSpPr>
          <p:cNvPr id="20" name="easySpectroscopyApp">
            <a:extLst>
              <a:ext uri="{FF2B5EF4-FFF2-40B4-BE49-F238E27FC236}">
                <a16:creationId xmlns:a16="http://schemas.microsoft.com/office/drawing/2014/main" id="{03B74761-77E6-4B7F-B066-29A7D797254F}"/>
              </a:ext>
            </a:extLst>
          </p:cNvPr>
          <p:cNvSpPr/>
          <p:nvPr/>
        </p:nvSpPr>
        <p:spPr>
          <a:xfrm>
            <a:off x="7601257" y="4584843"/>
            <a:ext cx="3181158" cy="516139"/>
          </a:xfrm>
          <a:prstGeom prst="roundRect">
            <a:avLst>
              <a:gd name="adj" fmla="val 47988"/>
            </a:avLst>
          </a:prstGeom>
          <a:solidFill>
            <a:srgbClr val="199AD9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 err="1"/>
              <a:t>EasyReflectometryApp</a:t>
            </a:r>
            <a:endParaRPr dirty="0"/>
          </a:p>
        </p:txBody>
      </p:sp>
      <p:sp>
        <p:nvSpPr>
          <p:cNvPr id="21" name="Line">
            <a:extLst>
              <a:ext uri="{FF2B5EF4-FFF2-40B4-BE49-F238E27FC236}">
                <a16:creationId xmlns:a16="http://schemas.microsoft.com/office/drawing/2014/main" id="{1C4FFC38-E3BC-467E-A85F-F9A377F0E2D2}"/>
              </a:ext>
            </a:extLst>
          </p:cNvPr>
          <p:cNvSpPr/>
          <p:nvPr/>
        </p:nvSpPr>
        <p:spPr>
          <a:xfrm>
            <a:off x="5372766" y="4127337"/>
            <a:ext cx="1511989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22" name="Line">
            <a:extLst>
              <a:ext uri="{FF2B5EF4-FFF2-40B4-BE49-F238E27FC236}">
                <a16:creationId xmlns:a16="http://schemas.microsoft.com/office/drawing/2014/main" id="{688B5B6C-F006-4B56-9D9D-0CF7712CA560}"/>
              </a:ext>
            </a:extLst>
          </p:cNvPr>
          <p:cNvSpPr/>
          <p:nvPr/>
        </p:nvSpPr>
        <p:spPr>
          <a:xfrm>
            <a:off x="5372765" y="4825652"/>
            <a:ext cx="1511990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23" name="Line">
            <a:extLst>
              <a:ext uri="{FF2B5EF4-FFF2-40B4-BE49-F238E27FC236}">
                <a16:creationId xmlns:a16="http://schemas.microsoft.com/office/drawing/2014/main" id="{1185211D-CFD6-46DD-BF0F-57A014984426}"/>
              </a:ext>
            </a:extLst>
          </p:cNvPr>
          <p:cNvSpPr/>
          <p:nvPr/>
        </p:nvSpPr>
        <p:spPr>
          <a:xfrm flipH="1">
            <a:off x="1829130" y="4240356"/>
            <a:ext cx="4336" cy="1974227"/>
          </a:xfrm>
          <a:prstGeom prst="line">
            <a:avLst/>
          </a:prstGeom>
          <a:ln w="50800">
            <a:solidFill>
              <a:srgbClr val="88AA67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24" name="Line">
            <a:extLst>
              <a:ext uri="{FF2B5EF4-FFF2-40B4-BE49-F238E27FC236}">
                <a16:creationId xmlns:a16="http://schemas.microsoft.com/office/drawing/2014/main" id="{50D4C151-9452-40CA-B344-7F64CE738650}"/>
              </a:ext>
            </a:extLst>
          </p:cNvPr>
          <p:cNvSpPr/>
          <p:nvPr/>
        </p:nvSpPr>
        <p:spPr>
          <a:xfrm>
            <a:off x="7169218" y="4695176"/>
            <a:ext cx="7651" cy="1537970"/>
          </a:xfrm>
          <a:prstGeom prst="line">
            <a:avLst/>
          </a:prstGeom>
          <a:ln w="508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25" name="Rectangle">
            <a:extLst>
              <a:ext uri="{FF2B5EF4-FFF2-40B4-BE49-F238E27FC236}">
                <a16:creationId xmlns:a16="http://schemas.microsoft.com/office/drawing/2014/main" id="{1445F588-1434-4069-A167-AB8D7997A8A0}"/>
              </a:ext>
            </a:extLst>
          </p:cNvPr>
          <p:cNvSpPr/>
          <p:nvPr/>
        </p:nvSpPr>
        <p:spPr>
          <a:xfrm>
            <a:off x="1401814" y="1961631"/>
            <a:ext cx="9387380" cy="1793144"/>
          </a:xfrm>
          <a:prstGeom prst="rect">
            <a:avLst/>
          </a:prstGeom>
          <a:ln w="25400">
            <a:solidFill>
              <a:srgbClr val="A7A7A7"/>
            </a:solidFill>
            <a:prstDash val="sysDot"/>
            <a:miter lim="400000"/>
          </a:ln>
        </p:spPr>
        <p:txBody>
          <a:bodyPr lIns="45719" rIns="45719" anchor="ctr"/>
          <a:lstStyle/>
          <a:p>
            <a:endParaRPr dirty="0"/>
          </a:p>
        </p:txBody>
      </p:sp>
      <p:sp>
        <p:nvSpPr>
          <p:cNvPr id="26" name="easyCore">
            <a:extLst>
              <a:ext uri="{FF2B5EF4-FFF2-40B4-BE49-F238E27FC236}">
                <a16:creationId xmlns:a16="http://schemas.microsoft.com/office/drawing/2014/main" id="{BDD80D0A-8EB9-4C88-A570-56B25B5DEE74}"/>
              </a:ext>
            </a:extLst>
          </p:cNvPr>
          <p:cNvSpPr/>
          <p:nvPr/>
        </p:nvSpPr>
        <p:spPr>
          <a:xfrm>
            <a:off x="2202424" y="2963419"/>
            <a:ext cx="3175001" cy="514967"/>
          </a:xfrm>
          <a:prstGeom prst="roundRect">
            <a:avLst>
              <a:gd name="adj" fmla="val 19658"/>
            </a:avLst>
          </a:prstGeom>
          <a:solidFill>
            <a:srgbClr val="88AA67"/>
          </a:solidFill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noAutofit/>
          </a:bodyPr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/>
              <a:t>E</a:t>
            </a:r>
            <a:r>
              <a:rPr dirty="0"/>
              <a:t>asyC</a:t>
            </a:r>
            <a:r>
              <a:rPr lang="en-US" dirty="0"/>
              <a:t>rystallography</a:t>
            </a:r>
            <a:endParaRPr dirty="0"/>
          </a:p>
        </p:txBody>
      </p:sp>
      <p:sp>
        <p:nvSpPr>
          <p:cNvPr id="27" name="Line">
            <a:extLst>
              <a:ext uri="{FF2B5EF4-FFF2-40B4-BE49-F238E27FC236}">
                <a16:creationId xmlns:a16="http://schemas.microsoft.com/office/drawing/2014/main" id="{904925E4-B8F2-40F5-A788-E7B7CAED6543}"/>
              </a:ext>
            </a:extLst>
          </p:cNvPr>
          <p:cNvSpPr/>
          <p:nvPr/>
        </p:nvSpPr>
        <p:spPr>
          <a:xfrm>
            <a:off x="1821422" y="3301406"/>
            <a:ext cx="381002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9ECD27A-394B-4995-B26C-F18C61377973}"/>
              </a:ext>
            </a:extLst>
          </p:cNvPr>
          <p:cNvSpPr txBox="1"/>
          <p:nvPr/>
        </p:nvSpPr>
        <p:spPr>
          <a:xfrm>
            <a:off x="8485471" y="1438102"/>
            <a:ext cx="2303724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egoe UI"/>
                <a:ea typeface="Segoe UI"/>
                <a:cs typeface="Segoe UI"/>
                <a:sym typeface="Segoe UI"/>
              </a:rPr>
              <a:t>GUI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584116-42EE-48E9-9E31-E8DE1BB8CBCA}"/>
              </a:ext>
            </a:extLst>
          </p:cNvPr>
          <p:cNvSpPr txBox="1"/>
          <p:nvPr/>
        </p:nvSpPr>
        <p:spPr>
          <a:xfrm>
            <a:off x="2879548" y="1455154"/>
            <a:ext cx="2191216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egoe UI"/>
                <a:ea typeface="Segoe UI"/>
                <a:cs typeface="Segoe UI"/>
                <a:sym typeface="Segoe UI"/>
              </a:rPr>
              <a:t>Python library</a:t>
            </a:r>
          </a:p>
        </p:txBody>
      </p:sp>
      <p:sp>
        <p:nvSpPr>
          <p:cNvPr id="30" name="easySpectroscopyLib">
            <a:extLst>
              <a:ext uri="{FF2B5EF4-FFF2-40B4-BE49-F238E27FC236}">
                <a16:creationId xmlns:a16="http://schemas.microsoft.com/office/drawing/2014/main" id="{CB52DF5F-4C59-4795-8A3B-0F3083F6505A}"/>
              </a:ext>
            </a:extLst>
          </p:cNvPr>
          <p:cNvSpPr/>
          <p:nvPr/>
        </p:nvSpPr>
        <p:spPr>
          <a:xfrm>
            <a:off x="2197765" y="5254964"/>
            <a:ext cx="3175001" cy="495367"/>
          </a:xfrm>
          <a:prstGeom prst="roundRect">
            <a:avLst>
              <a:gd name="adj" fmla="val 19658"/>
            </a:avLst>
          </a:prstGeom>
          <a:solidFill>
            <a:srgbClr val="88A96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/>
              <a:t>E</a:t>
            </a:r>
            <a:r>
              <a:rPr dirty="0"/>
              <a:t>asy</a:t>
            </a:r>
            <a:r>
              <a:rPr lang="pl-PL" dirty="0" err="1"/>
              <a:t>Imaging</a:t>
            </a:r>
            <a:r>
              <a:rPr lang="da-DK" dirty="0" err="1"/>
              <a:t>Lib</a:t>
            </a:r>
            <a:endParaRPr dirty="0"/>
          </a:p>
        </p:txBody>
      </p:sp>
      <p:sp>
        <p:nvSpPr>
          <p:cNvPr id="31" name="Line">
            <a:extLst>
              <a:ext uri="{FF2B5EF4-FFF2-40B4-BE49-F238E27FC236}">
                <a16:creationId xmlns:a16="http://schemas.microsoft.com/office/drawing/2014/main" id="{2665F130-3AFF-4FC7-BDE4-1D6B8508AA97}"/>
              </a:ext>
            </a:extLst>
          </p:cNvPr>
          <p:cNvSpPr/>
          <p:nvPr/>
        </p:nvSpPr>
        <p:spPr>
          <a:xfrm>
            <a:off x="1816763" y="5502646"/>
            <a:ext cx="381002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32" name="Line">
            <a:extLst>
              <a:ext uri="{FF2B5EF4-FFF2-40B4-BE49-F238E27FC236}">
                <a16:creationId xmlns:a16="http://schemas.microsoft.com/office/drawing/2014/main" id="{383EF355-945D-4349-B9C5-D2899A07567F}"/>
              </a:ext>
            </a:extLst>
          </p:cNvPr>
          <p:cNvSpPr/>
          <p:nvPr/>
        </p:nvSpPr>
        <p:spPr>
          <a:xfrm>
            <a:off x="5372765" y="5478424"/>
            <a:ext cx="1511990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33" name="easySpectroscopyLib">
            <a:extLst>
              <a:ext uri="{FF2B5EF4-FFF2-40B4-BE49-F238E27FC236}">
                <a16:creationId xmlns:a16="http://schemas.microsoft.com/office/drawing/2014/main" id="{9791B762-F4AB-435C-BEDD-0E454C068307}"/>
              </a:ext>
            </a:extLst>
          </p:cNvPr>
          <p:cNvSpPr/>
          <p:nvPr/>
        </p:nvSpPr>
        <p:spPr>
          <a:xfrm>
            <a:off x="2197764" y="5947955"/>
            <a:ext cx="3175001" cy="495367"/>
          </a:xfrm>
          <a:prstGeom prst="roundRect">
            <a:avLst>
              <a:gd name="adj" fmla="val 19658"/>
            </a:avLst>
          </a:prstGeom>
          <a:solidFill>
            <a:srgbClr val="88A96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/>
              <a:t>E</a:t>
            </a:r>
            <a:r>
              <a:rPr dirty="0"/>
              <a:t>asy</a:t>
            </a:r>
            <a:r>
              <a:rPr lang="pl-PL" dirty="0"/>
              <a:t>QENS</a:t>
            </a:r>
            <a:r>
              <a:rPr lang="da-DK" dirty="0" err="1"/>
              <a:t>Lib</a:t>
            </a:r>
            <a:endParaRPr dirty="0"/>
          </a:p>
        </p:txBody>
      </p:sp>
      <p:sp>
        <p:nvSpPr>
          <p:cNvPr id="34" name="Line">
            <a:extLst>
              <a:ext uri="{FF2B5EF4-FFF2-40B4-BE49-F238E27FC236}">
                <a16:creationId xmlns:a16="http://schemas.microsoft.com/office/drawing/2014/main" id="{443739E6-EFE4-4A7A-8312-A1D3F12E25DA}"/>
              </a:ext>
            </a:extLst>
          </p:cNvPr>
          <p:cNvSpPr/>
          <p:nvPr/>
        </p:nvSpPr>
        <p:spPr>
          <a:xfrm>
            <a:off x="1821011" y="6185541"/>
            <a:ext cx="381002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35" name="Line">
            <a:extLst>
              <a:ext uri="{FF2B5EF4-FFF2-40B4-BE49-F238E27FC236}">
                <a16:creationId xmlns:a16="http://schemas.microsoft.com/office/drawing/2014/main" id="{40926074-B7F8-4C55-BDB4-4E4D7A996216}"/>
              </a:ext>
            </a:extLst>
          </p:cNvPr>
          <p:cNvSpPr/>
          <p:nvPr/>
        </p:nvSpPr>
        <p:spPr>
          <a:xfrm>
            <a:off x="5339509" y="6201208"/>
            <a:ext cx="1511990" cy="1"/>
          </a:xfrm>
          <a:prstGeom prst="line">
            <a:avLst/>
          </a:prstGeom>
          <a:ln w="50800">
            <a:solidFill>
              <a:srgbClr val="88AA67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36" name="Line">
            <a:extLst>
              <a:ext uri="{FF2B5EF4-FFF2-40B4-BE49-F238E27FC236}">
                <a16:creationId xmlns:a16="http://schemas.microsoft.com/office/drawing/2014/main" id="{756A3464-69A3-48B9-B515-36822A211EAC}"/>
              </a:ext>
            </a:extLst>
          </p:cNvPr>
          <p:cNvSpPr/>
          <p:nvPr/>
        </p:nvSpPr>
        <p:spPr>
          <a:xfrm>
            <a:off x="7166138" y="5488742"/>
            <a:ext cx="428089" cy="11183"/>
          </a:xfrm>
          <a:prstGeom prst="line">
            <a:avLst/>
          </a:prstGeom>
          <a:ln w="50800">
            <a:solidFill>
              <a:schemeClr val="accent1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37" name="easySpectroscopyApp">
            <a:extLst>
              <a:ext uri="{FF2B5EF4-FFF2-40B4-BE49-F238E27FC236}">
                <a16:creationId xmlns:a16="http://schemas.microsoft.com/office/drawing/2014/main" id="{1106BA18-6F41-48A6-8703-9047B70FA4DB}"/>
              </a:ext>
            </a:extLst>
          </p:cNvPr>
          <p:cNvSpPr/>
          <p:nvPr/>
        </p:nvSpPr>
        <p:spPr>
          <a:xfrm>
            <a:off x="7594227" y="5221976"/>
            <a:ext cx="3181158" cy="516139"/>
          </a:xfrm>
          <a:prstGeom prst="roundRect">
            <a:avLst>
              <a:gd name="adj" fmla="val 47988"/>
            </a:avLst>
          </a:prstGeom>
          <a:solidFill>
            <a:srgbClr val="199AD9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/>
              <a:t>Easy</a:t>
            </a:r>
            <a:r>
              <a:rPr lang="pl-PL" dirty="0" err="1"/>
              <a:t>Imaging</a:t>
            </a:r>
            <a:r>
              <a:rPr lang="en-US" dirty="0"/>
              <a:t>App</a:t>
            </a:r>
            <a:endParaRPr dirty="0"/>
          </a:p>
        </p:txBody>
      </p:sp>
      <p:sp>
        <p:nvSpPr>
          <p:cNvPr id="38" name="Line">
            <a:extLst>
              <a:ext uri="{FF2B5EF4-FFF2-40B4-BE49-F238E27FC236}">
                <a16:creationId xmlns:a16="http://schemas.microsoft.com/office/drawing/2014/main" id="{D3F3B3EC-0617-4EBF-96B9-660D76A9DC28}"/>
              </a:ext>
            </a:extLst>
          </p:cNvPr>
          <p:cNvSpPr/>
          <p:nvPr/>
        </p:nvSpPr>
        <p:spPr>
          <a:xfrm>
            <a:off x="7155409" y="6214583"/>
            <a:ext cx="445848" cy="0"/>
          </a:xfrm>
          <a:prstGeom prst="line">
            <a:avLst/>
          </a:prstGeom>
          <a:ln w="50800">
            <a:solidFill>
              <a:schemeClr val="accent1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80000"/>
              </a:lnSpc>
              <a:defRPr sz="2800" cap="all">
                <a:solidFill>
                  <a:srgbClr val="838787"/>
                </a:solidFill>
                <a:latin typeface="DIN Condensed"/>
                <a:ea typeface="DIN Condensed"/>
                <a:cs typeface="DIN Condensed"/>
                <a:sym typeface="DIN Condensed"/>
              </a:defRPr>
            </a:pPr>
            <a:endParaRPr/>
          </a:p>
        </p:txBody>
      </p:sp>
      <p:sp>
        <p:nvSpPr>
          <p:cNvPr id="39" name="easySpectroscopyApp">
            <a:extLst>
              <a:ext uri="{FF2B5EF4-FFF2-40B4-BE49-F238E27FC236}">
                <a16:creationId xmlns:a16="http://schemas.microsoft.com/office/drawing/2014/main" id="{468C90B7-8666-4A5A-9151-0AC9FB886551}"/>
              </a:ext>
            </a:extLst>
          </p:cNvPr>
          <p:cNvSpPr/>
          <p:nvPr/>
        </p:nvSpPr>
        <p:spPr>
          <a:xfrm>
            <a:off x="7600384" y="5947955"/>
            <a:ext cx="3181158" cy="516139"/>
          </a:xfrm>
          <a:prstGeom prst="roundRect">
            <a:avLst>
              <a:gd name="adj" fmla="val 47988"/>
            </a:avLst>
          </a:prstGeom>
          <a:solidFill>
            <a:srgbClr val="199AD9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ts val="2000"/>
              </a:lnSpc>
              <a:defRPr sz="200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  <a:sym typeface="Segoe UI Semibold"/>
              </a:defRPr>
            </a:lvl1pPr>
          </a:lstStyle>
          <a:p>
            <a:r>
              <a:rPr lang="en-US" dirty="0"/>
              <a:t>Easy</a:t>
            </a:r>
            <a:r>
              <a:rPr lang="pl-PL" dirty="0"/>
              <a:t>QENS</a:t>
            </a:r>
            <a:r>
              <a:rPr lang="en-US" dirty="0"/>
              <a:t>App</a:t>
            </a:r>
            <a:endParaRPr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84231E-6B2E-4556-B28C-328767EFC180}"/>
              </a:ext>
            </a:extLst>
          </p:cNvPr>
          <p:cNvSpPr txBox="1"/>
          <p:nvPr/>
        </p:nvSpPr>
        <p:spPr>
          <a:xfrm>
            <a:off x="7997527" y="3292174"/>
            <a:ext cx="269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dirty="0">
                <a:solidFill>
                  <a:srgbClr val="66666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Technique independent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4DD913AB-9F2F-9480-03AD-BB5F464D8CD4}"/>
              </a:ext>
            </a:extLst>
          </p:cNvPr>
          <p:cNvSpPr/>
          <p:nvPr/>
        </p:nvSpPr>
        <p:spPr>
          <a:xfrm>
            <a:off x="713508" y="5163639"/>
            <a:ext cx="10882144" cy="1370143"/>
          </a:xfrm>
          <a:prstGeom prst="rect">
            <a:avLst/>
          </a:prstGeom>
          <a:ln w="25400">
            <a:solidFill>
              <a:srgbClr val="FFC000"/>
            </a:solidFill>
            <a:prstDash val="sysDot"/>
            <a:miter lim="400000"/>
          </a:ln>
        </p:spPr>
        <p:txBody>
          <a:bodyPr lIns="45719" rIns="45719" anchor="ctr"/>
          <a:lstStyle/>
          <a:p>
            <a:endParaRPr dirty="0"/>
          </a:p>
        </p:txBody>
      </p:sp>
      <p:pic>
        <p:nvPicPr>
          <p:cNvPr id="41" name="App.png" descr="App.png">
            <a:extLst>
              <a:ext uri="{FF2B5EF4-FFF2-40B4-BE49-F238E27FC236}">
                <a16:creationId xmlns:a16="http://schemas.microsoft.com/office/drawing/2014/main" id="{B10AEA07-031C-5D9B-D6E1-B03557DC2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0192" y="3876883"/>
            <a:ext cx="516139" cy="516139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8567CE10-564B-45DA-F99C-711625D5BE8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367" t="-1210" r="87875" b="-611"/>
          <a:stretch/>
        </p:blipFill>
        <p:spPr>
          <a:xfrm>
            <a:off x="10940193" y="4584843"/>
            <a:ext cx="526340" cy="516139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8F536976-F23E-9505-349B-481309B43D3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82433" b="1615"/>
          <a:stretch/>
        </p:blipFill>
        <p:spPr>
          <a:xfrm>
            <a:off x="10934570" y="5221976"/>
            <a:ext cx="529174" cy="51613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5C3C6A49-91C9-11F6-C154-DD6AF27E60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665" b="89529" l="9360" r="91626">
                        <a14:foregroundMark x1="65517" y1="9948" x2="45813" y2="6283"/>
                        <a14:foregroundMark x1="50739" y1="30366" x2="52217" y2="53403"/>
                        <a14:foregroundMark x1="45320" y1="50262" x2="28571" y2="50785"/>
                        <a14:foregroundMark x1="52217" y1="36126" x2="47783" y2="58115"/>
                        <a14:foregroundMark x1="29557" y1="48168" x2="47783" y2="38743"/>
                        <a14:foregroundMark x1="91626" y1="35602" x2="91626" y2="51832"/>
                        <a14:foregroundMark x1="56650" y1="3665" x2="53202" y2="3665"/>
                        <a14:foregroundMark x1="51724" y1="55497" x2="45813" y2="64921"/>
                      </a14:backgroundRemoval>
                    </a14:imgEffect>
                  </a14:imgLayer>
                </a14:imgProps>
              </a:ext>
            </a:extLst>
          </a:blip>
          <a:srcRect l="12972" r="6101" b="12959"/>
          <a:stretch>
            <a:fillRect/>
          </a:stretch>
        </p:blipFill>
        <p:spPr>
          <a:xfrm>
            <a:off x="10934570" y="5953248"/>
            <a:ext cx="521761" cy="528007"/>
          </a:xfrm>
          <a:prstGeom prst="rect">
            <a:avLst/>
          </a:prstGeom>
        </p:spPr>
      </p:pic>
      <p:pic>
        <p:nvPicPr>
          <p:cNvPr id="47" name="Picture 4" descr="Download #00FF00 Work In Progress Vector Image SVG | FreePNGImg">
            <a:extLst>
              <a:ext uri="{FF2B5EF4-FFF2-40B4-BE49-F238E27FC236}">
                <a16:creationId xmlns:a16="http://schemas.microsoft.com/office/drawing/2014/main" id="{352521E5-2B4F-3366-3716-17F20FAF18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115" y="5266004"/>
            <a:ext cx="909157" cy="107017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3523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A11424-CA74-A93C-AE29-63BCCCA50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14FD-B2D4-2836-DC37-DC9A4CBC0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Real models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complex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91E772-F3C8-C0FA-C6FE-FF24FB14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PRESENTATION TITLE/FOOTER</a:t>
            </a:r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FB8E1-24F0-0411-6F13-4C6FD7AD4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/>
              <a:t>22</a:t>
            </a:fld>
            <a:endParaRPr lang="sv-SE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5E7E19-7EEF-6F66-C413-9839E1025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sv-SE" smtClean="0"/>
              <a:t>2025-08-28</a:t>
            </a:fld>
            <a:endParaRPr lang="sv-SE" dirty="0"/>
          </a:p>
        </p:txBody>
      </p:sp>
      <p:pic>
        <p:nvPicPr>
          <p:cNvPr id="41" name="App.png" descr="App.png">
            <a:extLst>
              <a:ext uri="{FF2B5EF4-FFF2-40B4-BE49-F238E27FC236}">
                <a16:creationId xmlns:a16="http://schemas.microsoft.com/office/drawing/2014/main" id="{44B527B2-2280-0C55-6B84-E95C58B06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864" y="1895611"/>
            <a:ext cx="516139" cy="516139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7C7884-AD68-5612-902D-B1949D36A3A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367" t="-1210" r="87875" b="-611"/>
          <a:stretch/>
        </p:blipFill>
        <p:spPr>
          <a:xfrm>
            <a:off x="7178544" y="1305018"/>
            <a:ext cx="526340" cy="516139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107DD1E9-2F51-516C-B432-C7F0338A18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2433" b="1615"/>
          <a:stretch/>
        </p:blipFill>
        <p:spPr>
          <a:xfrm>
            <a:off x="3519793" y="1305018"/>
            <a:ext cx="491210" cy="47911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96436E7-385E-B3FE-DA49-3FAF16D30B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665" b="89529" l="9360" r="91626">
                        <a14:foregroundMark x1="65517" y1="9948" x2="45813" y2="6283"/>
                        <a14:foregroundMark x1="50739" y1="30366" x2="52217" y2="53403"/>
                        <a14:foregroundMark x1="45320" y1="50262" x2="28571" y2="50785"/>
                        <a14:foregroundMark x1="52217" y1="36126" x2="47783" y2="58115"/>
                        <a14:foregroundMark x1="29557" y1="48168" x2="47783" y2="38743"/>
                        <a14:foregroundMark x1="91626" y1="35602" x2="91626" y2="51832"/>
                        <a14:foregroundMark x1="56650" y1="3665" x2="53202" y2="3665"/>
                        <a14:foregroundMark x1="51724" y1="55497" x2="45813" y2="64921"/>
                      </a14:backgroundRemoval>
                    </a14:imgEffect>
                  </a14:imgLayer>
                </a14:imgProps>
              </a:ext>
            </a:extLst>
          </a:blip>
          <a:srcRect l="12972" r="6101" b="12959"/>
          <a:stretch>
            <a:fillRect/>
          </a:stretch>
        </p:blipFill>
        <p:spPr>
          <a:xfrm>
            <a:off x="7183123" y="1969925"/>
            <a:ext cx="521761" cy="528007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05D7D6D-12C7-2357-5A9F-53704F3F34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709" y="2593266"/>
            <a:ext cx="4130798" cy="3623985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B9FC719E-C846-4097-532F-A915F05871C5}"/>
              </a:ext>
            </a:extLst>
          </p:cNvPr>
          <p:cNvSpPr txBox="1"/>
          <p:nvPr/>
        </p:nvSpPr>
        <p:spPr>
          <a:xfrm>
            <a:off x="1810934" y="1344763"/>
            <a:ext cx="1473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a-DK" dirty="0" err="1">
                <a:solidFill>
                  <a:srgbClr val="0099DC"/>
                </a:solidFill>
              </a:rPr>
              <a:t>EasyImaging</a:t>
            </a:r>
            <a:endParaRPr lang="en-GB" dirty="0">
              <a:solidFill>
                <a:srgbClr val="0099DC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60BAA9-B4AA-BF2F-2BBC-FA6A2CAEB9AD}"/>
              </a:ext>
            </a:extLst>
          </p:cNvPr>
          <p:cNvSpPr txBox="1"/>
          <p:nvPr/>
        </p:nvSpPr>
        <p:spPr>
          <a:xfrm>
            <a:off x="1695415" y="1948510"/>
            <a:ext cx="1704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a-DK" dirty="0" err="1">
                <a:solidFill>
                  <a:srgbClr val="0099DC"/>
                </a:solidFill>
              </a:rPr>
              <a:t>EasyDiffraction</a:t>
            </a:r>
            <a:endParaRPr lang="en-GB" dirty="0">
              <a:solidFill>
                <a:srgbClr val="0099D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67962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3AEAD-A63E-63D8-11D9-0FBE317A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B6DEA57-8CFD-8916-0667-135009F5F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9680" y="1012054"/>
            <a:ext cx="8640000" cy="801210"/>
          </a:xfrm>
        </p:spPr>
        <p:txBody>
          <a:bodyPr/>
          <a:lstStyle/>
          <a:p>
            <a:pPr algn="ctr"/>
            <a:r>
              <a:rPr lang="en-GB" dirty="0">
                <a:latin typeface="Segoe UI Black" panose="020B0A02040204020203" pitchFamily="34" charset="0"/>
                <a:ea typeface="Segoe UI Black" panose="020B0A02040204020203" pitchFamily="34" charset="0"/>
              </a:rPr>
              <a:t>Exercise Time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A26E9D77-EFAA-713F-8C14-27C49E5F471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930395" y="6117873"/>
            <a:ext cx="3215183" cy="459883"/>
          </a:xfrm>
        </p:spPr>
        <p:txBody>
          <a:bodyPr/>
          <a:lstStyle/>
          <a:p>
            <a:r>
              <a:rPr lang="en-GB" sz="1200" b="1" dirty="0">
                <a:solidFill>
                  <a:schemeClr val="bg1"/>
                </a:solidFill>
              </a:rPr>
              <a:t>2025-08-28</a:t>
            </a:r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70248B5A-5ED7-53F0-A070-04546FED797E}"/>
              </a:ext>
            </a:extLst>
          </p:cNvPr>
          <p:cNvSpPr txBox="1">
            <a:spLocks/>
          </p:cNvSpPr>
          <p:nvPr/>
        </p:nvSpPr>
        <p:spPr>
          <a:xfrm>
            <a:off x="1930395" y="2352583"/>
            <a:ext cx="8640000" cy="3278196"/>
          </a:xfrm>
          <a:prstGeom prst="rect">
            <a:avLst/>
          </a:prstGeom>
        </p:spPr>
        <p:txBody>
          <a:bodyPr vert="horz" lIns="90000" tIns="45720" rIns="91440" bIns="4572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Segoe UI Semibold" panose="020B0702040204020203" pitchFamily="34" charset="0"/>
                <a:ea typeface="+mj-ea"/>
                <a:cs typeface="Segoe UI Semibold" panose="020B0702040204020203" pitchFamily="34" charset="0"/>
              </a:defRPr>
            </a:lvl1pPr>
          </a:lstStyle>
          <a:p>
            <a:pPr algn="ctr"/>
            <a:r>
              <a:rPr lang="da-DK" sz="2800" dirty="0">
                <a:latin typeface="+mn-lt"/>
                <a:ea typeface="Segoe UI Black" panose="020B0A02040204020203" pitchFamily="34" charset="0"/>
              </a:rPr>
              <a:t>I</a:t>
            </a:r>
            <a:r>
              <a:rPr lang="en-GB" sz="2800" dirty="0">
                <a:latin typeface="+mn-lt"/>
                <a:ea typeface="Segoe UI Black" panose="020B0A02040204020203" pitchFamily="34" charset="0"/>
              </a:rPr>
              <a:t>ntro.md</a:t>
            </a:r>
          </a:p>
          <a:p>
            <a:pPr algn="ctr"/>
            <a:r>
              <a:rPr lang="en-GB" sz="2800" dirty="0" err="1">
                <a:latin typeface="+mn-lt"/>
                <a:ea typeface="Segoe UI Black" panose="020B0A02040204020203" pitchFamily="34" charset="0"/>
              </a:rPr>
              <a:t>Prob_data.ipynb</a:t>
            </a:r>
            <a:endParaRPr lang="en-GB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r>
              <a:rPr lang="en-GB" sz="2800" dirty="0">
                <a:latin typeface="+mn-lt"/>
                <a:ea typeface="Segoe UI Black" panose="020B0A02040204020203" pitchFamily="34" charset="0"/>
              </a:rPr>
              <a:t>Easy_intro.md</a:t>
            </a:r>
          </a:p>
          <a:p>
            <a:pPr algn="ctr"/>
            <a:r>
              <a:rPr lang="en-GB" sz="2800" dirty="0" err="1">
                <a:latin typeface="+mn-lt"/>
                <a:ea typeface="Segoe UI Black" panose="020B0A02040204020203" pitchFamily="34" charset="0"/>
              </a:rPr>
              <a:t>Fitting.ipynb</a:t>
            </a:r>
            <a:endParaRPr lang="en-GB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r>
              <a:rPr lang="en-GB" sz="2800" dirty="0" err="1">
                <a:latin typeface="+mn-lt"/>
                <a:ea typeface="Segoe UI Black" panose="020B0A02040204020203" pitchFamily="34" charset="0"/>
              </a:rPr>
              <a:t>Bayes.ipynb</a:t>
            </a:r>
            <a:endParaRPr lang="en-GB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r>
              <a:rPr lang="en-GB" sz="2800" dirty="0">
                <a:latin typeface="+mn-lt"/>
                <a:ea typeface="Segoe UI Black" panose="020B0A02040204020203" pitchFamily="34" charset="0"/>
              </a:rPr>
              <a:t>Analysis-[technique].</a:t>
            </a:r>
            <a:r>
              <a:rPr lang="en-GB" sz="2800" dirty="0" err="1">
                <a:latin typeface="+mn-lt"/>
                <a:ea typeface="Segoe UI Black" panose="020B0A02040204020203" pitchFamily="34" charset="0"/>
              </a:rPr>
              <a:t>ipynb</a:t>
            </a:r>
            <a:endParaRPr lang="en-GB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endParaRPr lang="en-GB" sz="2800" dirty="0">
              <a:latin typeface="+mn-lt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1032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B9A60-D23B-12C7-EEF2-D22169AAC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3429F-4CB3-1E7B-E7E1-125E2CBFA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We can also generate a distribution of potential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21BA-DA49-43CF-C12E-B030D9355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24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FFD1370-A033-8310-AD1F-188327A84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74429-A224-5AF0-EDEC-369E07524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187" y="1814660"/>
            <a:ext cx="5381625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85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D78D3-960C-9F97-E1D3-40601E0F3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091CD-5DC1-88C1-76D2-3ABF5D616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We can also generate a distribution of potential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0B415-121E-3289-EA26-A32A16535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25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D76D4F-FF65-3BF8-8CED-7AB8930EA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08AA7F-B526-9AB8-7DF9-AB8035F22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7706" y="1687397"/>
            <a:ext cx="4496587" cy="4496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1007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7EA13-9196-7516-04F1-2B04C8819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C2E85-449F-4666-4DCF-FD45E428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This is achieved with Bayesian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348569-8AA0-F2F1-C2B0-D427B6409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26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6C50485-45BB-2D0C-AF91-C8E35F32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9F9E939-7446-ED82-3592-DFFDF614EE63}"/>
                  </a:ext>
                </a:extLst>
              </p:cNvPr>
              <p:cNvSpPr txBox="1"/>
              <p:nvPr/>
            </p:nvSpPr>
            <p:spPr>
              <a:xfrm>
                <a:off x="2726231" y="2663072"/>
                <a:ext cx="6739537" cy="10253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9F9E939-7446-ED82-3592-DFFDF614E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6231" y="2663072"/>
                <a:ext cx="6739537" cy="1025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6C77737-0D13-58B1-2DC9-FF694240723E}"/>
              </a:ext>
            </a:extLst>
          </p:cNvPr>
          <p:cNvSpPr txBox="1"/>
          <p:nvPr/>
        </p:nvSpPr>
        <p:spPr>
          <a:xfrm>
            <a:off x="2000053" y="4215060"/>
            <a:ext cx="819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a-DK" b="1" dirty="0" err="1">
                <a:solidFill>
                  <a:srgbClr val="666666"/>
                </a:solidFill>
              </a:rPr>
              <a:t>Markov</a:t>
            </a:r>
            <a:r>
              <a:rPr lang="da-DK" b="1" dirty="0">
                <a:solidFill>
                  <a:srgbClr val="666666"/>
                </a:solidFill>
              </a:rPr>
              <a:t> </a:t>
            </a:r>
            <a:r>
              <a:rPr lang="da-DK" b="1" dirty="0" err="1">
                <a:solidFill>
                  <a:srgbClr val="666666"/>
                </a:solidFill>
              </a:rPr>
              <a:t>chain</a:t>
            </a:r>
            <a:r>
              <a:rPr lang="da-DK" b="1" dirty="0">
                <a:solidFill>
                  <a:srgbClr val="666666"/>
                </a:solidFill>
              </a:rPr>
              <a:t> Monte Carlo:</a:t>
            </a:r>
            <a:r>
              <a:rPr lang="da-DK" dirty="0">
                <a:solidFill>
                  <a:srgbClr val="666666"/>
                </a:solidFill>
              </a:rPr>
              <a:t> samples the </a:t>
            </a:r>
            <a:r>
              <a:rPr lang="da-DK" dirty="0" err="1">
                <a:solidFill>
                  <a:srgbClr val="666666"/>
                </a:solidFill>
              </a:rPr>
              <a:t>posterior</a:t>
            </a:r>
            <a:r>
              <a:rPr lang="da-DK" dirty="0">
                <a:solidFill>
                  <a:srgbClr val="666666"/>
                </a:solidFill>
              </a:rPr>
              <a:t> and </a:t>
            </a:r>
            <a:r>
              <a:rPr lang="da-DK" dirty="0" err="1">
                <a:solidFill>
                  <a:srgbClr val="666666"/>
                </a:solidFill>
              </a:rPr>
              <a:t>quantifies</a:t>
            </a:r>
            <a:r>
              <a:rPr lang="da-DK" dirty="0">
                <a:solidFill>
                  <a:srgbClr val="666666"/>
                </a:solidFill>
              </a:rPr>
              <a:t> </a:t>
            </a:r>
            <a:r>
              <a:rPr lang="da-DK" dirty="0" err="1">
                <a:solidFill>
                  <a:srgbClr val="666666"/>
                </a:solidFill>
              </a:rPr>
              <a:t>correlation</a:t>
            </a:r>
            <a:r>
              <a:rPr lang="da-DK" dirty="0">
                <a:solidFill>
                  <a:srgbClr val="666666"/>
                </a:solidFill>
              </a:rPr>
              <a:t>.</a:t>
            </a:r>
            <a:endParaRPr lang="en-GB" b="1" dirty="0">
              <a:solidFill>
                <a:srgbClr val="66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276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1A1E5-3CF1-AA6C-15AE-DD63F2502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1F31A-5827-3CBF-989B-ACC53D93A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65373"/>
            <a:ext cx="9360000" cy="1181687"/>
          </a:xfrm>
        </p:spPr>
        <p:txBody>
          <a:bodyPr/>
          <a:lstStyle/>
          <a:p>
            <a:r>
              <a:rPr lang="en-GB" sz="3600" dirty="0"/>
              <a:t>This is achieved with Bayesian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FBE8F-843C-FB9F-AAC2-ED31D9780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en-GB" smtClean="0"/>
              <a:t>27</a:t>
            </a:fld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B2B835B-C5B9-3ED7-6F5D-33E2BD663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96B66-0B3A-474C-9C9C-E4F07B1F5DAD}" type="datetime1">
              <a:rPr lang="en-GB" smtClean="0"/>
              <a:t>28/08/2025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EBF3B05-761A-F312-1F9C-FC483ED2E573}"/>
                  </a:ext>
                </a:extLst>
              </p:cNvPr>
              <p:cNvSpPr txBox="1"/>
              <p:nvPr/>
            </p:nvSpPr>
            <p:spPr>
              <a:xfrm>
                <a:off x="2747365" y="2663072"/>
                <a:ext cx="6072688" cy="10070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da-DK" sz="3200" b="0" i="1" smtClean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e>
                              <m:r>
                                <a:rPr lang="da-DK" sz="3200" b="0" i="1" smtClean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e>
                      </m:nary>
                      <m:r>
                        <a:rPr lang="da-DK" sz="3200" b="0" i="1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𝑑𝐴</m:t>
                      </m:r>
                    </m:oMath>
                  </m:oMathPara>
                </a14:m>
                <a:endParaRPr lang="en-GB" sz="3200" dirty="0">
                  <a:solidFill>
                    <a:srgbClr val="666666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EBF3B05-761A-F312-1F9C-FC483ED2E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7365" y="2663072"/>
                <a:ext cx="6072688" cy="10070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2051921-B328-0121-3FF6-B296D9070404}"/>
              </a:ext>
            </a:extLst>
          </p:cNvPr>
          <p:cNvSpPr txBox="1"/>
          <p:nvPr/>
        </p:nvSpPr>
        <p:spPr>
          <a:xfrm>
            <a:off x="2368484" y="4169204"/>
            <a:ext cx="7455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a-DK" b="1" dirty="0" err="1">
                <a:solidFill>
                  <a:srgbClr val="666666"/>
                </a:solidFill>
              </a:rPr>
              <a:t>Nested</a:t>
            </a:r>
            <a:r>
              <a:rPr lang="da-DK" b="1" dirty="0">
                <a:solidFill>
                  <a:srgbClr val="666666"/>
                </a:solidFill>
              </a:rPr>
              <a:t> sampling:</a:t>
            </a:r>
            <a:r>
              <a:rPr lang="da-DK" dirty="0">
                <a:solidFill>
                  <a:srgbClr val="666666"/>
                </a:solidFill>
              </a:rPr>
              <a:t> </a:t>
            </a:r>
            <a:r>
              <a:rPr lang="da-DK" dirty="0" err="1">
                <a:solidFill>
                  <a:srgbClr val="666666"/>
                </a:solidFill>
              </a:rPr>
              <a:t>estimates</a:t>
            </a:r>
            <a:r>
              <a:rPr lang="da-DK" dirty="0">
                <a:solidFill>
                  <a:srgbClr val="666666"/>
                </a:solidFill>
              </a:rPr>
              <a:t> the </a:t>
            </a:r>
            <a:r>
              <a:rPr lang="da-DK" dirty="0" err="1">
                <a:solidFill>
                  <a:srgbClr val="666666"/>
                </a:solidFill>
              </a:rPr>
              <a:t>evidence</a:t>
            </a:r>
            <a:r>
              <a:rPr lang="da-DK" dirty="0">
                <a:solidFill>
                  <a:srgbClr val="666666"/>
                </a:solidFill>
              </a:rPr>
              <a:t> and enables model </a:t>
            </a:r>
            <a:r>
              <a:rPr lang="da-DK" dirty="0" err="1">
                <a:solidFill>
                  <a:srgbClr val="666666"/>
                </a:solidFill>
              </a:rPr>
              <a:t>selection</a:t>
            </a:r>
            <a:endParaRPr lang="en-GB" b="1" dirty="0">
              <a:solidFill>
                <a:srgbClr val="66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3358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13CF7-6B99-8D13-E907-6DECCB529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1951DAE-4423-1144-94FC-3F6A0DD604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9680" y="1012054"/>
            <a:ext cx="8640000" cy="801210"/>
          </a:xfrm>
        </p:spPr>
        <p:txBody>
          <a:bodyPr/>
          <a:lstStyle/>
          <a:p>
            <a:pPr algn="ctr"/>
            <a:r>
              <a:rPr lang="en-GB" dirty="0">
                <a:latin typeface="Segoe UI Black" panose="020B0A02040204020203" pitchFamily="34" charset="0"/>
                <a:ea typeface="Segoe UI Black" panose="020B0A02040204020203" pitchFamily="34" charset="0"/>
              </a:rPr>
              <a:t>Exercise Time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96623DEB-A794-0F7C-833A-2DC46581DFE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930395" y="6117873"/>
            <a:ext cx="3215183" cy="459883"/>
          </a:xfrm>
        </p:spPr>
        <p:txBody>
          <a:bodyPr/>
          <a:lstStyle/>
          <a:p>
            <a:r>
              <a:rPr lang="en-GB" sz="1200" b="1" dirty="0">
                <a:solidFill>
                  <a:schemeClr val="bg1"/>
                </a:solidFill>
              </a:rPr>
              <a:t>2025-08-28</a:t>
            </a:r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D4383C97-B076-2052-8AF1-97748F7849AC}"/>
              </a:ext>
            </a:extLst>
          </p:cNvPr>
          <p:cNvSpPr txBox="1">
            <a:spLocks/>
          </p:cNvSpPr>
          <p:nvPr/>
        </p:nvSpPr>
        <p:spPr>
          <a:xfrm>
            <a:off x="1930395" y="2352583"/>
            <a:ext cx="8640000" cy="3278196"/>
          </a:xfrm>
          <a:prstGeom prst="rect">
            <a:avLst/>
          </a:prstGeom>
        </p:spPr>
        <p:txBody>
          <a:bodyPr vert="horz" lIns="90000" tIns="45720" rIns="91440" bIns="4572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Segoe UI Semibold" panose="020B0702040204020203" pitchFamily="34" charset="0"/>
                <a:ea typeface="+mj-ea"/>
                <a:cs typeface="Segoe UI Semibold" panose="020B0702040204020203" pitchFamily="34" charset="0"/>
              </a:defRPr>
            </a:lvl1pPr>
          </a:lstStyle>
          <a:p>
            <a:pPr algn="ctr"/>
            <a:r>
              <a:rPr lang="da-DK" sz="2800" dirty="0" err="1">
                <a:latin typeface="+mn-lt"/>
                <a:ea typeface="Segoe UI Black" panose="020B0A02040204020203" pitchFamily="34" charset="0"/>
              </a:rPr>
              <a:t>mcmc.Ipynb</a:t>
            </a:r>
            <a:endParaRPr lang="da-DK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r>
              <a:rPr lang="da-DK" sz="2800" dirty="0" err="1">
                <a:latin typeface="+mn-lt"/>
                <a:ea typeface="Segoe UI Black" panose="020B0A02040204020203" pitchFamily="34" charset="0"/>
              </a:rPr>
              <a:t>Nested_sampling.ipynb</a:t>
            </a:r>
            <a:endParaRPr lang="da-DK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r>
              <a:rPr lang="da-DK" sz="2800" dirty="0">
                <a:latin typeface="+mn-lt"/>
                <a:ea typeface="Segoe UI Black" panose="020B0A02040204020203" pitchFamily="34" charset="0"/>
              </a:rPr>
              <a:t>Technique_ns.md</a:t>
            </a:r>
          </a:p>
          <a:p>
            <a:pPr algn="ctr"/>
            <a:endParaRPr lang="da-DK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endParaRPr lang="da-DK" sz="2800" dirty="0">
              <a:latin typeface="+mn-lt"/>
              <a:ea typeface="Segoe UI Black" panose="020B0A02040204020203" pitchFamily="34" charset="0"/>
            </a:endParaRPr>
          </a:p>
          <a:p>
            <a:pPr algn="ctr"/>
            <a:endParaRPr lang="en-GB" sz="2800" dirty="0">
              <a:latin typeface="+mn-lt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55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ema">
  <a:themeElements>
    <a:clrScheme name="ESS 1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99DC"/>
      </a:accent1>
      <a:accent2>
        <a:srgbClr val="003366"/>
      </a:accent2>
      <a:accent3>
        <a:srgbClr val="99BE00"/>
      </a:accent3>
      <a:accent4>
        <a:srgbClr val="006646"/>
      </a:accent4>
      <a:accent5>
        <a:srgbClr val="FF7D00"/>
      </a:accent5>
      <a:accent6>
        <a:srgbClr val="821482"/>
      </a:accent6>
      <a:hlink>
        <a:srgbClr val="0099DC"/>
      </a:hlink>
      <a:folHlink>
        <a:srgbClr val="0099DC"/>
      </a:folHlink>
    </a:clrScheme>
    <a:fontScheme name="ESS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mtClean="0">
            <a:solidFill>
              <a:srgbClr val="666666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5" id="{C8E05FD6-4408-40A1-AAFA-F1913A6B3D38}" vid="{2ACFAA60-6D1B-4172-9AA5-52CCB5CBBC4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Office-tema</Template>
  <TotalTime>26911</TotalTime>
  <Words>719</Words>
  <Application>Microsoft Office PowerPoint</Application>
  <PresentationFormat>Widescreen</PresentationFormat>
  <Paragraphs>232</Paragraphs>
  <Slides>28</Slides>
  <Notes>22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8" baseType="lpstr">
      <vt:lpstr>Arial</vt:lpstr>
      <vt:lpstr>Calibri</vt:lpstr>
      <vt:lpstr>Cambria Math</vt:lpstr>
      <vt:lpstr>Segoe UI</vt:lpstr>
      <vt:lpstr>Segoe UI Black</vt:lpstr>
      <vt:lpstr>Segoe UI Light</vt:lpstr>
      <vt:lpstr>Segoe UI Semibold</vt:lpstr>
      <vt:lpstr>Segoe UI Semilight</vt:lpstr>
      <vt:lpstr>Wingdings</vt:lpstr>
      <vt:lpstr>Office-tema</vt:lpstr>
      <vt:lpstr>PowerPoint Presentation</vt:lpstr>
      <vt:lpstr>DMSC Summer School</vt:lpstr>
      <vt:lpstr>Model-dependent analysis is used to interpret nearly all neutron scattering techniques</vt:lpstr>
      <vt:lpstr>The model is a mathematical function that describes what we think our system looks like</vt:lpstr>
      <vt:lpstr>The model is a mathematical function that describes what we think our system looks like</vt:lpstr>
      <vt:lpstr>The model is a mathematical function that describes what we think our system looks like</vt:lpstr>
      <vt:lpstr>When we make a measurement, we only ever make an estimate</vt:lpstr>
      <vt:lpstr>When we make a measurement, we only ever make an estimate</vt:lpstr>
      <vt:lpstr>When we make a measurement, we only ever make an estimate</vt:lpstr>
      <vt:lpstr>When we make a measurement, we only ever make an estimate</vt:lpstr>
      <vt:lpstr>When we make a measurement, we only ever make an estimate</vt:lpstr>
      <vt:lpstr>When we make a measurement, we only ever make an estimate</vt:lpstr>
      <vt:lpstr>When we make a measurement, we only ever make an estimate</vt:lpstr>
      <vt:lpstr>When we make a measurement, we only ever make an estimate</vt:lpstr>
      <vt:lpstr>Neutron counts follow the discrete Poisson distribution</vt:lpstr>
      <vt:lpstr>Neutron counts follow the discrete Poisson distribution</vt:lpstr>
      <vt:lpstr>When there are multiple measurements, they are all estimates</vt:lpstr>
      <vt:lpstr>When there are multiple measurements, they are all estimates</vt:lpstr>
      <vt:lpstr>Fitting a model to some data is about maximising the probability distributions</vt:lpstr>
      <vt:lpstr>Fitting a model to some data is about maximising the probability distributions</vt:lpstr>
      <vt:lpstr>The EasyScience data analysis ecosystem</vt:lpstr>
      <vt:lpstr>Real models are complex</vt:lpstr>
      <vt:lpstr>Exercise Time</vt:lpstr>
      <vt:lpstr>We can also generate a distribution of potential models</vt:lpstr>
      <vt:lpstr>We can also generate a distribution of potential models</vt:lpstr>
      <vt:lpstr>This is achieved with Bayesian sampling</vt:lpstr>
      <vt:lpstr>This is achieved with Bayesian sampling</vt:lpstr>
      <vt:lpstr>Exercise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Torben Nielsen</dc:creator>
  <cp:lastModifiedBy>Christian Vedel</cp:lastModifiedBy>
  <cp:revision>248</cp:revision>
  <cp:lastPrinted>2019-03-08T10:27:30Z</cp:lastPrinted>
  <dcterms:created xsi:type="dcterms:W3CDTF">2024-09-20T09:17:52Z</dcterms:created>
  <dcterms:modified xsi:type="dcterms:W3CDTF">2025-08-28T13:18:33Z</dcterms:modified>
</cp:coreProperties>
</file>